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7C8ED8-04EB-463B-9770-2EBA84B0C4AB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94525AB-1D12-4F27-994D-165F32669819}">
      <dgm:prSet/>
      <dgm:spPr/>
      <dgm:t>
        <a:bodyPr/>
        <a:lstStyle/>
        <a:p>
          <a:r>
            <a:rPr lang="en-GB" dirty="0"/>
            <a:t>Input (150 tokens)</a:t>
          </a:r>
          <a:br>
            <a:rPr lang="en-GB" dirty="0"/>
          </a:br>
          <a:r>
            <a:rPr lang="en-GB" dirty="0"/>
            <a:t>      </a:t>
          </a:r>
        </a:p>
      </dgm:t>
    </dgm:pt>
    <dgm:pt modelId="{E0C7CE32-D694-4787-860E-D63A75192C66}" type="parTrans" cxnId="{4E8EA41F-EF2A-4CC4-9845-3A9674C059EA}">
      <dgm:prSet/>
      <dgm:spPr/>
      <dgm:t>
        <a:bodyPr/>
        <a:lstStyle/>
        <a:p>
          <a:endParaRPr lang="en-GB"/>
        </a:p>
      </dgm:t>
    </dgm:pt>
    <dgm:pt modelId="{32BC9D5B-3674-488A-A78A-334E0849F022}" type="sibTrans" cxnId="{4E8EA41F-EF2A-4CC4-9845-3A9674C059EA}">
      <dgm:prSet/>
      <dgm:spPr/>
      <dgm:t>
        <a:bodyPr/>
        <a:lstStyle/>
        <a:p>
          <a:endParaRPr lang="en-GB"/>
        </a:p>
      </dgm:t>
    </dgm:pt>
    <dgm:pt modelId="{98B3A1EE-9F5F-4E1F-AF8B-43939C2AEBA8}">
      <dgm:prSet/>
      <dgm:spPr/>
      <dgm:t>
        <a:bodyPr/>
        <a:lstStyle/>
        <a:p>
          <a:r>
            <a:rPr lang="en-GB" dirty="0"/>
            <a:t>Embedding (20,000 × 128)</a:t>
          </a:r>
          <a:br>
            <a:rPr lang="en-GB" dirty="0"/>
          </a:br>
          <a:endParaRPr lang="en-GB" dirty="0"/>
        </a:p>
      </dgm:t>
    </dgm:pt>
    <dgm:pt modelId="{66D0D8E0-1B3E-4FB5-AEFC-086BC1842C27}" type="parTrans" cxnId="{2ED8AD29-03AA-4E7F-9F40-52859EFBD608}">
      <dgm:prSet/>
      <dgm:spPr/>
      <dgm:t>
        <a:bodyPr/>
        <a:lstStyle/>
        <a:p>
          <a:endParaRPr lang="en-GB"/>
        </a:p>
      </dgm:t>
    </dgm:pt>
    <dgm:pt modelId="{8772BBC3-EE3C-4E75-8789-3DC77BF6A23C}" type="sibTrans" cxnId="{2ED8AD29-03AA-4E7F-9F40-52859EFBD608}">
      <dgm:prSet/>
      <dgm:spPr/>
      <dgm:t>
        <a:bodyPr/>
        <a:lstStyle/>
        <a:p>
          <a:endParaRPr lang="en-GB"/>
        </a:p>
      </dgm:t>
    </dgm:pt>
    <dgm:pt modelId="{5CC44A3B-7DBE-495A-8253-8232A431D9DB}">
      <dgm:prSet/>
      <dgm:spPr/>
      <dgm:t>
        <a:bodyPr/>
        <a:lstStyle/>
        <a:p>
          <a:r>
            <a:rPr lang="en-GB" dirty="0"/>
            <a:t>SpatialDropout1D (0.3)</a:t>
          </a:r>
          <a:br>
            <a:rPr lang="en-GB" dirty="0"/>
          </a:br>
          <a:endParaRPr lang="en-GB" dirty="0"/>
        </a:p>
      </dgm:t>
    </dgm:pt>
    <dgm:pt modelId="{C68C235E-56C0-4A1F-B575-A750D17833A4}" type="parTrans" cxnId="{E99F5BE5-A05A-4622-85CC-E8F965BA5541}">
      <dgm:prSet/>
      <dgm:spPr/>
      <dgm:t>
        <a:bodyPr/>
        <a:lstStyle/>
        <a:p>
          <a:endParaRPr lang="en-GB"/>
        </a:p>
      </dgm:t>
    </dgm:pt>
    <dgm:pt modelId="{3DD2245F-5A4C-4DD9-BF90-DC4B4D5893D0}" type="sibTrans" cxnId="{E99F5BE5-A05A-4622-85CC-E8F965BA5541}">
      <dgm:prSet/>
      <dgm:spPr/>
      <dgm:t>
        <a:bodyPr/>
        <a:lstStyle/>
        <a:p>
          <a:endParaRPr lang="en-GB"/>
        </a:p>
      </dgm:t>
    </dgm:pt>
    <dgm:pt modelId="{403BD7C7-A5F2-4DD5-AA70-77019BB63391}">
      <dgm:prSet/>
      <dgm:spPr/>
      <dgm:t>
        <a:bodyPr/>
        <a:lstStyle/>
        <a:p>
          <a:r>
            <a:rPr lang="en-GB" dirty="0"/>
            <a:t>Conv1D (128 filters, kernel size 5)</a:t>
          </a:r>
          <a:br>
            <a:rPr lang="en-GB" dirty="0"/>
          </a:br>
          <a:endParaRPr lang="en-GB" dirty="0"/>
        </a:p>
      </dgm:t>
    </dgm:pt>
    <dgm:pt modelId="{89EF3558-B000-4E09-86E6-2D33C44155F7}" type="parTrans" cxnId="{518F7333-8B0B-497F-8F4E-D7E9B8779C3A}">
      <dgm:prSet/>
      <dgm:spPr/>
      <dgm:t>
        <a:bodyPr/>
        <a:lstStyle/>
        <a:p>
          <a:endParaRPr lang="en-GB"/>
        </a:p>
      </dgm:t>
    </dgm:pt>
    <dgm:pt modelId="{304B8AE6-6B91-48D6-BD62-C81D6780916E}" type="sibTrans" cxnId="{518F7333-8B0B-497F-8F4E-D7E9B8779C3A}">
      <dgm:prSet/>
      <dgm:spPr/>
      <dgm:t>
        <a:bodyPr/>
        <a:lstStyle/>
        <a:p>
          <a:endParaRPr lang="en-GB"/>
        </a:p>
      </dgm:t>
    </dgm:pt>
    <dgm:pt modelId="{43D8178D-3542-46B5-8323-9877FF6F389A}">
      <dgm:prSet/>
      <dgm:spPr/>
      <dgm:t>
        <a:bodyPr/>
        <a:lstStyle/>
        <a:p>
          <a:r>
            <a:rPr lang="en-GB" dirty="0"/>
            <a:t>GlobalMaxPooling1D</a:t>
          </a:r>
          <a:br>
            <a:rPr lang="en-GB" dirty="0"/>
          </a:br>
          <a:endParaRPr lang="en-GB" dirty="0"/>
        </a:p>
      </dgm:t>
    </dgm:pt>
    <dgm:pt modelId="{B7144628-9D9E-4F18-917D-5556EC0011CB}" type="parTrans" cxnId="{D1045933-65F0-474E-ACA3-C0CC6C7A8A16}">
      <dgm:prSet/>
      <dgm:spPr/>
      <dgm:t>
        <a:bodyPr/>
        <a:lstStyle/>
        <a:p>
          <a:endParaRPr lang="en-GB"/>
        </a:p>
      </dgm:t>
    </dgm:pt>
    <dgm:pt modelId="{F299B813-8F0A-4DD3-B95A-9F991EFEC826}" type="sibTrans" cxnId="{D1045933-65F0-474E-ACA3-C0CC6C7A8A16}">
      <dgm:prSet/>
      <dgm:spPr/>
      <dgm:t>
        <a:bodyPr/>
        <a:lstStyle/>
        <a:p>
          <a:endParaRPr lang="en-GB"/>
        </a:p>
      </dgm:t>
    </dgm:pt>
    <dgm:pt modelId="{F8A08862-B3F7-47C4-A049-8C566A0352D2}">
      <dgm:prSet/>
      <dgm:spPr/>
      <dgm:t>
        <a:bodyPr/>
        <a:lstStyle/>
        <a:p>
          <a:r>
            <a:rPr lang="en-GB" dirty="0"/>
            <a:t>Dense (128, </a:t>
          </a:r>
          <a:r>
            <a:rPr lang="en-GB" dirty="0" err="1"/>
            <a:t>ReLU</a:t>
          </a:r>
          <a:r>
            <a:rPr lang="en-GB" dirty="0"/>
            <a:t>)</a:t>
          </a:r>
          <a:br>
            <a:rPr lang="en-GB" dirty="0"/>
          </a:br>
          <a:endParaRPr lang="en-GB" dirty="0"/>
        </a:p>
      </dgm:t>
    </dgm:pt>
    <dgm:pt modelId="{E69BD4C8-6F0E-42D7-B72B-C627FEFDF720}" type="parTrans" cxnId="{51E92F54-F134-40F2-B16F-7255E2F37765}">
      <dgm:prSet/>
      <dgm:spPr/>
      <dgm:t>
        <a:bodyPr/>
        <a:lstStyle/>
        <a:p>
          <a:endParaRPr lang="en-GB"/>
        </a:p>
      </dgm:t>
    </dgm:pt>
    <dgm:pt modelId="{8F1704BD-5069-414B-864D-FD54A36993FA}" type="sibTrans" cxnId="{51E92F54-F134-40F2-B16F-7255E2F37765}">
      <dgm:prSet/>
      <dgm:spPr/>
      <dgm:t>
        <a:bodyPr/>
        <a:lstStyle/>
        <a:p>
          <a:endParaRPr lang="en-GB"/>
        </a:p>
      </dgm:t>
    </dgm:pt>
    <dgm:pt modelId="{4C37A86D-F453-49CD-B88F-8B264B11E6AF}">
      <dgm:prSet/>
      <dgm:spPr/>
      <dgm:t>
        <a:bodyPr/>
        <a:lstStyle/>
        <a:p>
          <a:r>
            <a:rPr lang="en-GB" dirty="0"/>
            <a:t>Dropout (0.3)</a:t>
          </a:r>
          <a:br>
            <a:rPr lang="en-GB" dirty="0"/>
          </a:br>
          <a:endParaRPr lang="en-GB" dirty="0"/>
        </a:p>
      </dgm:t>
    </dgm:pt>
    <dgm:pt modelId="{1FE30030-F7C7-46A4-B0ED-0124A9CC73DD}" type="parTrans" cxnId="{B93703E6-3E48-43F4-B99F-294842CADAC3}">
      <dgm:prSet/>
      <dgm:spPr/>
      <dgm:t>
        <a:bodyPr/>
        <a:lstStyle/>
        <a:p>
          <a:endParaRPr lang="en-GB"/>
        </a:p>
      </dgm:t>
    </dgm:pt>
    <dgm:pt modelId="{FB5EB984-24EE-4F98-981C-5EB29DF89FE6}" type="sibTrans" cxnId="{B93703E6-3E48-43F4-B99F-294842CADAC3}">
      <dgm:prSet/>
      <dgm:spPr/>
      <dgm:t>
        <a:bodyPr/>
        <a:lstStyle/>
        <a:p>
          <a:endParaRPr lang="en-GB"/>
        </a:p>
      </dgm:t>
    </dgm:pt>
    <dgm:pt modelId="{7222DBD9-6A31-4F76-A3D7-3181959F6C03}">
      <dgm:prSet/>
      <dgm:spPr/>
      <dgm:t>
        <a:bodyPr/>
        <a:lstStyle/>
        <a:p>
          <a:r>
            <a:rPr lang="en-GB"/>
            <a:t>Dense </a:t>
          </a:r>
          <a:r>
            <a:rPr lang="en-GB" dirty="0"/>
            <a:t>(6, Sigmoid)</a:t>
          </a:r>
        </a:p>
      </dgm:t>
    </dgm:pt>
    <dgm:pt modelId="{4ECA7675-C457-4D3F-96FE-88DA838CC36E}" type="parTrans" cxnId="{19909A3C-743E-4289-8245-BD93EF753000}">
      <dgm:prSet/>
      <dgm:spPr/>
      <dgm:t>
        <a:bodyPr/>
        <a:lstStyle/>
        <a:p>
          <a:endParaRPr lang="en-GB"/>
        </a:p>
      </dgm:t>
    </dgm:pt>
    <dgm:pt modelId="{8C668427-BE0F-4221-A8F0-844E3B93848A}" type="sibTrans" cxnId="{19909A3C-743E-4289-8245-BD93EF753000}">
      <dgm:prSet/>
      <dgm:spPr/>
      <dgm:t>
        <a:bodyPr/>
        <a:lstStyle/>
        <a:p>
          <a:endParaRPr lang="en-GB"/>
        </a:p>
      </dgm:t>
    </dgm:pt>
    <dgm:pt modelId="{CFD92197-13A1-4D24-A4C5-2C97088B26B1}" type="pres">
      <dgm:prSet presAssocID="{037C8ED8-04EB-463B-9770-2EBA84B0C4AB}" presName="Name0" presStyleCnt="0">
        <dgm:presLayoutVars>
          <dgm:dir/>
        </dgm:presLayoutVars>
      </dgm:prSet>
      <dgm:spPr/>
    </dgm:pt>
    <dgm:pt modelId="{4E0FAA8C-AD31-4EA3-96F8-EDF4621A1B43}" type="pres">
      <dgm:prSet presAssocID="{894525AB-1D12-4F27-994D-165F32669819}" presName="parComposite" presStyleCnt="0"/>
      <dgm:spPr/>
    </dgm:pt>
    <dgm:pt modelId="{A00CE730-28E9-4E71-A5E0-BFAB0D265A17}" type="pres">
      <dgm:prSet presAssocID="{894525AB-1D12-4F27-994D-165F32669819}" presName="parBigCircle" presStyleLbl="node0" presStyleIdx="0" presStyleCnt="8"/>
      <dgm:spPr/>
    </dgm:pt>
    <dgm:pt modelId="{B758C4A8-AA31-4DFC-8215-84DAFC3CDDE7}" type="pres">
      <dgm:prSet presAssocID="{894525AB-1D12-4F27-994D-165F32669819}" presName="parTx" presStyleLbl="revTx" presStyleIdx="0" presStyleCnt="8"/>
      <dgm:spPr/>
    </dgm:pt>
    <dgm:pt modelId="{33EA813F-4602-4234-9778-CDB4EC5E4A75}" type="pres">
      <dgm:prSet presAssocID="{894525AB-1D12-4F27-994D-165F32669819}" presName="bSpace" presStyleCnt="0"/>
      <dgm:spPr/>
    </dgm:pt>
    <dgm:pt modelId="{E217E950-13D6-4D43-9CD6-470EA3B51EE5}" type="pres">
      <dgm:prSet presAssocID="{894525AB-1D12-4F27-994D-165F32669819}" presName="parBackupNorm" presStyleCnt="0"/>
      <dgm:spPr/>
    </dgm:pt>
    <dgm:pt modelId="{6F8EB439-60BE-427B-9D79-10781548C398}" type="pres">
      <dgm:prSet presAssocID="{32BC9D5B-3674-488A-A78A-334E0849F022}" presName="parSpace" presStyleCnt="0"/>
      <dgm:spPr/>
    </dgm:pt>
    <dgm:pt modelId="{5ADBB1CB-0742-4E4C-9BC4-ED2AA2D55558}" type="pres">
      <dgm:prSet presAssocID="{98B3A1EE-9F5F-4E1F-AF8B-43939C2AEBA8}" presName="parComposite" presStyleCnt="0"/>
      <dgm:spPr/>
    </dgm:pt>
    <dgm:pt modelId="{6C690416-A8C1-4585-B8DA-5373F01088E2}" type="pres">
      <dgm:prSet presAssocID="{98B3A1EE-9F5F-4E1F-AF8B-43939C2AEBA8}" presName="parBigCircle" presStyleLbl="node0" presStyleIdx="1" presStyleCnt="8"/>
      <dgm:spPr/>
    </dgm:pt>
    <dgm:pt modelId="{D1DF3E47-33AC-4F40-8557-BCBE52FFC95F}" type="pres">
      <dgm:prSet presAssocID="{98B3A1EE-9F5F-4E1F-AF8B-43939C2AEBA8}" presName="parTx" presStyleLbl="revTx" presStyleIdx="1" presStyleCnt="8"/>
      <dgm:spPr/>
    </dgm:pt>
    <dgm:pt modelId="{CFA0B035-38B4-4A70-9308-425C297493B4}" type="pres">
      <dgm:prSet presAssocID="{98B3A1EE-9F5F-4E1F-AF8B-43939C2AEBA8}" presName="bSpace" presStyleCnt="0"/>
      <dgm:spPr/>
    </dgm:pt>
    <dgm:pt modelId="{FFBE23EF-D621-4761-9EA5-FBC69A8B71DA}" type="pres">
      <dgm:prSet presAssocID="{98B3A1EE-9F5F-4E1F-AF8B-43939C2AEBA8}" presName="parBackupNorm" presStyleCnt="0"/>
      <dgm:spPr/>
    </dgm:pt>
    <dgm:pt modelId="{E3173502-1168-43DD-A647-BFE9C060BC7B}" type="pres">
      <dgm:prSet presAssocID="{8772BBC3-EE3C-4E75-8789-3DC77BF6A23C}" presName="parSpace" presStyleCnt="0"/>
      <dgm:spPr/>
    </dgm:pt>
    <dgm:pt modelId="{08CB9500-AFF9-46E8-850F-D0203DFB9627}" type="pres">
      <dgm:prSet presAssocID="{5CC44A3B-7DBE-495A-8253-8232A431D9DB}" presName="parComposite" presStyleCnt="0"/>
      <dgm:spPr/>
    </dgm:pt>
    <dgm:pt modelId="{D960D30B-D7EF-4AE3-9856-F0488CB8497C}" type="pres">
      <dgm:prSet presAssocID="{5CC44A3B-7DBE-495A-8253-8232A431D9DB}" presName="parBigCircle" presStyleLbl="node0" presStyleIdx="2" presStyleCnt="8"/>
      <dgm:spPr/>
    </dgm:pt>
    <dgm:pt modelId="{580CFFB4-95FC-465E-B666-457165DAE44B}" type="pres">
      <dgm:prSet presAssocID="{5CC44A3B-7DBE-495A-8253-8232A431D9DB}" presName="parTx" presStyleLbl="revTx" presStyleIdx="2" presStyleCnt="8"/>
      <dgm:spPr/>
    </dgm:pt>
    <dgm:pt modelId="{1BC3D51D-F000-4178-9457-3E1E8805D98B}" type="pres">
      <dgm:prSet presAssocID="{5CC44A3B-7DBE-495A-8253-8232A431D9DB}" presName="bSpace" presStyleCnt="0"/>
      <dgm:spPr/>
    </dgm:pt>
    <dgm:pt modelId="{FF0B20FE-65C8-4B9E-A44E-E34A2F27FB03}" type="pres">
      <dgm:prSet presAssocID="{5CC44A3B-7DBE-495A-8253-8232A431D9DB}" presName="parBackupNorm" presStyleCnt="0"/>
      <dgm:spPr/>
    </dgm:pt>
    <dgm:pt modelId="{ADD97EA2-6D1D-46B7-B710-5D41DDE3881C}" type="pres">
      <dgm:prSet presAssocID="{3DD2245F-5A4C-4DD9-BF90-DC4B4D5893D0}" presName="parSpace" presStyleCnt="0"/>
      <dgm:spPr/>
    </dgm:pt>
    <dgm:pt modelId="{F61989CD-99CA-4F21-8A65-7606C203AC52}" type="pres">
      <dgm:prSet presAssocID="{403BD7C7-A5F2-4DD5-AA70-77019BB63391}" presName="parComposite" presStyleCnt="0"/>
      <dgm:spPr/>
    </dgm:pt>
    <dgm:pt modelId="{8B9DF2CB-3169-4711-A6B4-AF15BAF6870E}" type="pres">
      <dgm:prSet presAssocID="{403BD7C7-A5F2-4DD5-AA70-77019BB63391}" presName="parBigCircle" presStyleLbl="node0" presStyleIdx="3" presStyleCnt="8"/>
      <dgm:spPr/>
    </dgm:pt>
    <dgm:pt modelId="{107C89C3-E439-426E-A0C5-C39A7B843087}" type="pres">
      <dgm:prSet presAssocID="{403BD7C7-A5F2-4DD5-AA70-77019BB63391}" presName="parTx" presStyleLbl="revTx" presStyleIdx="3" presStyleCnt="8"/>
      <dgm:spPr/>
    </dgm:pt>
    <dgm:pt modelId="{441E8052-09AB-44FF-8C19-F2AA615EE914}" type="pres">
      <dgm:prSet presAssocID="{403BD7C7-A5F2-4DD5-AA70-77019BB63391}" presName="bSpace" presStyleCnt="0"/>
      <dgm:spPr/>
    </dgm:pt>
    <dgm:pt modelId="{A4184AEA-6E55-47C3-99A9-D4931E4A69B9}" type="pres">
      <dgm:prSet presAssocID="{403BD7C7-A5F2-4DD5-AA70-77019BB63391}" presName="parBackupNorm" presStyleCnt="0"/>
      <dgm:spPr/>
    </dgm:pt>
    <dgm:pt modelId="{CBD91D00-DD4C-475A-9652-0E70F9D95564}" type="pres">
      <dgm:prSet presAssocID="{304B8AE6-6B91-48D6-BD62-C81D6780916E}" presName="parSpace" presStyleCnt="0"/>
      <dgm:spPr/>
    </dgm:pt>
    <dgm:pt modelId="{535E964E-4204-43AA-A31A-BE526D65F393}" type="pres">
      <dgm:prSet presAssocID="{43D8178D-3542-46B5-8323-9877FF6F389A}" presName="parComposite" presStyleCnt="0"/>
      <dgm:spPr/>
    </dgm:pt>
    <dgm:pt modelId="{AF6530E8-8778-41C6-BF95-E889A64A9F6B}" type="pres">
      <dgm:prSet presAssocID="{43D8178D-3542-46B5-8323-9877FF6F389A}" presName="parBigCircle" presStyleLbl="node0" presStyleIdx="4" presStyleCnt="8"/>
      <dgm:spPr/>
    </dgm:pt>
    <dgm:pt modelId="{889AB58F-DCEE-410E-89B6-EF43CB5A76E6}" type="pres">
      <dgm:prSet presAssocID="{43D8178D-3542-46B5-8323-9877FF6F389A}" presName="parTx" presStyleLbl="revTx" presStyleIdx="4" presStyleCnt="8"/>
      <dgm:spPr/>
    </dgm:pt>
    <dgm:pt modelId="{023CDDF4-0BF3-4527-B795-4836ED630F0F}" type="pres">
      <dgm:prSet presAssocID="{43D8178D-3542-46B5-8323-9877FF6F389A}" presName="bSpace" presStyleCnt="0"/>
      <dgm:spPr/>
    </dgm:pt>
    <dgm:pt modelId="{0B8154FD-73B0-46FB-9BDC-5B4006399C2A}" type="pres">
      <dgm:prSet presAssocID="{43D8178D-3542-46B5-8323-9877FF6F389A}" presName="parBackupNorm" presStyleCnt="0"/>
      <dgm:spPr/>
    </dgm:pt>
    <dgm:pt modelId="{5F4C4B50-AE11-4DBC-80BD-609A86072E22}" type="pres">
      <dgm:prSet presAssocID="{F299B813-8F0A-4DD3-B95A-9F991EFEC826}" presName="parSpace" presStyleCnt="0"/>
      <dgm:spPr/>
    </dgm:pt>
    <dgm:pt modelId="{5196CACC-C9AF-4BE7-8F33-85BC8B679186}" type="pres">
      <dgm:prSet presAssocID="{F8A08862-B3F7-47C4-A049-8C566A0352D2}" presName="parComposite" presStyleCnt="0"/>
      <dgm:spPr/>
    </dgm:pt>
    <dgm:pt modelId="{C0D980DB-8A7F-4533-BD7F-6B5E0AE5CEB2}" type="pres">
      <dgm:prSet presAssocID="{F8A08862-B3F7-47C4-A049-8C566A0352D2}" presName="parBigCircle" presStyleLbl="node0" presStyleIdx="5" presStyleCnt="8"/>
      <dgm:spPr/>
    </dgm:pt>
    <dgm:pt modelId="{7D485F5A-4E8C-4AB5-B363-A38473566DF8}" type="pres">
      <dgm:prSet presAssocID="{F8A08862-B3F7-47C4-A049-8C566A0352D2}" presName="parTx" presStyleLbl="revTx" presStyleIdx="5" presStyleCnt="8"/>
      <dgm:spPr/>
    </dgm:pt>
    <dgm:pt modelId="{3E8135E3-29A0-47B0-A758-3976FDF0A420}" type="pres">
      <dgm:prSet presAssocID="{F8A08862-B3F7-47C4-A049-8C566A0352D2}" presName="bSpace" presStyleCnt="0"/>
      <dgm:spPr/>
    </dgm:pt>
    <dgm:pt modelId="{FFAD691C-6526-42DB-A989-451B8B9C2A1E}" type="pres">
      <dgm:prSet presAssocID="{F8A08862-B3F7-47C4-A049-8C566A0352D2}" presName="parBackupNorm" presStyleCnt="0"/>
      <dgm:spPr/>
    </dgm:pt>
    <dgm:pt modelId="{249E862D-E2EA-4205-8A5C-A4EC942C3709}" type="pres">
      <dgm:prSet presAssocID="{8F1704BD-5069-414B-864D-FD54A36993FA}" presName="parSpace" presStyleCnt="0"/>
      <dgm:spPr/>
    </dgm:pt>
    <dgm:pt modelId="{D8F13E84-C7CE-4FAC-9855-10C9D673F74C}" type="pres">
      <dgm:prSet presAssocID="{4C37A86D-F453-49CD-B88F-8B264B11E6AF}" presName="parComposite" presStyleCnt="0"/>
      <dgm:spPr/>
    </dgm:pt>
    <dgm:pt modelId="{B41C2A6C-1981-4871-B61B-D4DB792E8134}" type="pres">
      <dgm:prSet presAssocID="{4C37A86D-F453-49CD-B88F-8B264B11E6AF}" presName="parBigCircle" presStyleLbl="node0" presStyleIdx="6" presStyleCnt="8"/>
      <dgm:spPr/>
    </dgm:pt>
    <dgm:pt modelId="{CFA16E20-2870-4527-97A1-6BF2EFD48F2C}" type="pres">
      <dgm:prSet presAssocID="{4C37A86D-F453-49CD-B88F-8B264B11E6AF}" presName="parTx" presStyleLbl="revTx" presStyleIdx="6" presStyleCnt="8"/>
      <dgm:spPr/>
    </dgm:pt>
    <dgm:pt modelId="{00066E2B-9A30-421E-AFE4-4EF57103A4E9}" type="pres">
      <dgm:prSet presAssocID="{4C37A86D-F453-49CD-B88F-8B264B11E6AF}" presName="bSpace" presStyleCnt="0"/>
      <dgm:spPr/>
    </dgm:pt>
    <dgm:pt modelId="{E49842DE-762D-4E43-84C5-EEE0CBFDD0A3}" type="pres">
      <dgm:prSet presAssocID="{4C37A86D-F453-49CD-B88F-8B264B11E6AF}" presName="parBackupNorm" presStyleCnt="0"/>
      <dgm:spPr/>
    </dgm:pt>
    <dgm:pt modelId="{C6A959E6-F576-49E5-BEE5-8DAE854A3168}" type="pres">
      <dgm:prSet presAssocID="{FB5EB984-24EE-4F98-981C-5EB29DF89FE6}" presName="parSpace" presStyleCnt="0"/>
      <dgm:spPr/>
    </dgm:pt>
    <dgm:pt modelId="{24DFAC73-8CF3-4C34-B5E2-5C4B8C10D747}" type="pres">
      <dgm:prSet presAssocID="{7222DBD9-6A31-4F76-A3D7-3181959F6C03}" presName="parComposite" presStyleCnt="0"/>
      <dgm:spPr/>
    </dgm:pt>
    <dgm:pt modelId="{3C38E29E-1C4B-4C20-8164-46D63EE43D1A}" type="pres">
      <dgm:prSet presAssocID="{7222DBD9-6A31-4F76-A3D7-3181959F6C03}" presName="parBigCircle" presStyleLbl="node0" presStyleIdx="7" presStyleCnt="8"/>
      <dgm:spPr/>
    </dgm:pt>
    <dgm:pt modelId="{694C4BEA-CF1A-403B-8BFC-D0A48A12D40D}" type="pres">
      <dgm:prSet presAssocID="{7222DBD9-6A31-4F76-A3D7-3181959F6C03}" presName="parTx" presStyleLbl="revTx" presStyleIdx="7" presStyleCnt="8"/>
      <dgm:spPr/>
    </dgm:pt>
    <dgm:pt modelId="{928EC5E4-FDD1-490C-BB10-A81E98AB833F}" type="pres">
      <dgm:prSet presAssocID="{7222DBD9-6A31-4F76-A3D7-3181959F6C03}" presName="bSpace" presStyleCnt="0"/>
      <dgm:spPr/>
    </dgm:pt>
    <dgm:pt modelId="{CF6479CD-F82A-41F1-8E43-98509A58BFD1}" type="pres">
      <dgm:prSet presAssocID="{7222DBD9-6A31-4F76-A3D7-3181959F6C03}" presName="parBackupNorm" presStyleCnt="0"/>
      <dgm:spPr/>
    </dgm:pt>
    <dgm:pt modelId="{0DED7B59-2F14-44E4-BDEF-5708810A6952}" type="pres">
      <dgm:prSet presAssocID="{8C668427-BE0F-4221-A8F0-844E3B93848A}" presName="parSpace" presStyleCnt="0"/>
      <dgm:spPr/>
    </dgm:pt>
  </dgm:ptLst>
  <dgm:cxnLst>
    <dgm:cxn modelId="{4E8EA41F-EF2A-4CC4-9845-3A9674C059EA}" srcId="{037C8ED8-04EB-463B-9770-2EBA84B0C4AB}" destId="{894525AB-1D12-4F27-994D-165F32669819}" srcOrd="0" destOrd="0" parTransId="{E0C7CE32-D694-4787-860E-D63A75192C66}" sibTransId="{32BC9D5B-3674-488A-A78A-334E0849F022}"/>
    <dgm:cxn modelId="{56EE1626-AA0A-4B4C-AC22-BAE449892F10}" type="presOf" srcId="{894525AB-1D12-4F27-994D-165F32669819}" destId="{B758C4A8-AA31-4DFC-8215-84DAFC3CDDE7}" srcOrd="0" destOrd="0" presId="urn:microsoft.com/office/officeart/2008/layout/CircleAccentTimeline"/>
    <dgm:cxn modelId="{2ED8AD29-03AA-4E7F-9F40-52859EFBD608}" srcId="{037C8ED8-04EB-463B-9770-2EBA84B0C4AB}" destId="{98B3A1EE-9F5F-4E1F-AF8B-43939C2AEBA8}" srcOrd="1" destOrd="0" parTransId="{66D0D8E0-1B3E-4FB5-AEFC-086BC1842C27}" sibTransId="{8772BBC3-EE3C-4E75-8789-3DC77BF6A23C}"/>
    <dgm:cxn modelId="{61E3042A-1F8F-4FC8-8F87-545B510FE3A5}" type="presOf" srcId="{5CC44A3B-7DBE-495A-8253-8232A431D9DB}" destId="{580CFFB4-95FC-465E-B666-457165DAE44B}" srcOrd="0" destOrd="0" presId="urn:microsoft.com/office/officeart/2008/layout/CircleAccentTimeline"/>
    <dgm:cxn modelId="{518F7333-8B0B-497F-8F4E-D7E9B8779C3A}" srcId="{037C8ED8-04EB-463B-9770-2EBA84B0C4AB}" destId="{403BD7C7-A5F2-4DD5-AA70-77019BB63391}" srcOrd="3" destOrd="0" parTransId="{89EF3558-B000-4E09-86E6-2D33C44155F7}" sibTransId="{304B8AE6-6B91-48D6-BD62-C81D6780916E}"/>
    <dgm:cxn modelId="{D1045933-65F0-474E-ACA3-C0CC6C7A8A16}" srcId="{037C8ED8-04EB-463B-9770-2EBA84B0C4AB}" destId="{43D8178D-3542-46B5-8323-9877FF6F389A}" srcOrd="4" destOrd="0" parTransId="{B7144628-9D9E-4F18-917D-5556EC0011CB}" sibTransId="{F299B813-8F0A-4DD3-B95A-9F991EFEC826}"/>
    <dgm:cxn modelId="{19909A3C-743E-4289-8245-BD93EF753000}" srcId="{037C8ED8-04EB-463B-9770-2EBA84B0C4AB}" destId="{7222DBD9-6A31-4F76-A3D7-3181959F6C03}" srcOrd="7" destOrd="0" parTransId="{4ECA7675-C457-4D3F-96FE-88DA838CC36E}" sibTransId="{8C668427-BE0F-4221-A8F0-844E3B93848A}"/>
    <dgm:cxn modelId="{9CA8065F-2E97-4AFA-B9A8-AA9862B8F8D3}" type="presOf" srcId="{037C8ED8-04EB-463B-9770-2EBA84B0C4AB}" destId="{CFD92197-13A1-4D24-A4C5-2C97088B26B1}" srcOrd="0" destOrd="0" presId="urn:microsoft.com/office/officeart/2008/layout/CircleAccentTimeline"/>
    <dgm:cxn modelId="{51E92F54-F134-40F2-B16F-7255E2F37765}" srcId="{037C8ED8-04EB-463B-9770-2EBA84B0C4AB}" destId="{F8A08862-B3F7-47C4-A049-8C566A0352D2}" srcOrd="5" destOrd="0" parTransId="{E69BD4C8-6F0E-42D7-B72B-C627FEFDF720}" sibTransId="{8F1704BD-5069-414B-864D-FD54A36993FA}"/>
    <dgm:cxn modelId="{06DBBC76-6A33-4F0F-9A2D-A330BDDB7E7F}" type="presOf" srcId="{98B3A1EE-9F5F-4E1F-AF8B-43939C2AEBA8}" destId="{D1DF3E47-33AC-4F40-8557-BCBE52FFC95F}" srcOrd="0" destOrd="0" presId="urn:microsoft.com/office/officeart/2008/layout/CircleAccentTimeline"/>
    <dgm:cxn modelId="{B504128D-8674-47D0-93F1-4A320CD1ABF2}" type="presOf" srcId="{4C37A86D-F453-49CD-B88F-8B264B11E6AF}" destId="{CFA16E20-2870-4527-97A1-6BF2EFD48F2C}" srcOrd="0" destOrd="0" presId="urn:microsoft.com/office/officeart/2008/layout/CircleAccentTimeline"/>
    <dgm:cxn modelId="{B9118E91-A29A-401F-B8EB-8360E5C7768B}" type="presOf" srcId="{7222DBD9-6A31-4F76-A3D7-3181959F6C03}" destId="{694C4BEA-CF1A-403B-8BFC-D0A48A12D40D}" srcOrd="0" destOrd="0" presId="urn:microsoft.com/office/officeart/2008/layout/CircleAccentTimeline"/>
    <dgm:cxn modelId="{7E5E0EA2-8A0F-4C63-8645-673F0D5ABD21}" type="presOf" srcId="{43D8178D-3542-46B5-8323-9877FF6F389A}" destId="{889AB58F-DCEE-410E-89B6-EF43CB5A76E6}" srcOrd="0" destOrd="0" presId="urn:microsoft.com/office/officeart/2008/layout/CircleAccentTimeline"/>
    <dgm:cxn modelId="{5A3B63B6-7DF0-4F42-BCB9-9A23F6E4E20B}" type="presOf" srcId="{F8A08862-B3F7-47C4-A049-8C566A0352D2}" destId="{7D485F5A-4E8C-4AB5-B363-A38473566DF8}" srcOrd="0" destOrd="0" presId="urn:microsoft.com/office/officeart/2008/layout/CircleAccentTimeline"/>
    <dgm:cxn modelId="{3E3AAAE1-4055-43F4-AFC0-7B7B0B5D2063}" type="presOf" srcId="{403BD7C7-A5F2-4DD5-AA70-77019BB63391}" destId="{107C89C3-E439-426E-A0C5-C39A7B843087}" srcOrd="0" destOrd="0" presId="urn:microsoft.com/office/officeart/2008/layout/CircleAccentTimeline"/>
    <dgm:cxn modelId="{E99F5BE5-A05A-4622-85CC-E8F965BA5541}" srcId="{037C8ED8-04EB-463B-9770-2EBA84B0C4AB}" destId="{5CC44A3B-7DBE-495A-8253-8232A431D9DB}" srcOrd="2" destOrd="0" parTransId="{C68C235E-56C0-4A1F-B575-A750D17833A4}" sibTransId="{3DD2245F-5A4C-4DD9-BF90-DC4B4D5893D0}"/>
    <dgm:cxn modelId="{B93703E6-3E48-43F4-B99F-294842CADAC3}" srcId="{037C8ED8-04EB-463B-9770-2EBA84B0C4AB}" destId="{4C37A86D-F453-49CD-B88F-8B264B11E6AF}" srcOrd="6" destOrd="0" parTransId="{1FE30030-F7C7-46A4-B0ED-0124A9CC73DD}" sibTransId="{FB5EB984-24EE-4F98-981C-5EB29DF89FE6}"/>
    <dgm:cxn modelId="{D9B37A02-3D34-4FE4-9A94-798A49EA1D07}" type="presParOf" srcId="{CFD92197-13A1-4D24-A4C5-2C97088B26B1}" destId="{4E0FAA8C-AD31-4EA3-96F8-EDF4621A1B43}" srcOrd="0" destOrd="0" presId="urn:microsoft.com/office/officeart/2008/layout/CircleAccentTimeline"/>
    <dgm:cxn modelId="{6937CCAD-C07E-4A50-B20B-1A61B64F5C42}" type="presParOf" srcId="{4E0FAA8C-AD31-4EA3-96F8-EDF4621A1B43}" destId="{A00CE730-28E9-4E71-A5E0-BFAB0D265A17}" srcOrd="0" destOrd="0" presId="urn:microsoft.com/office/officeart/2008/layout/CircleAccentTimeline"/>
    <dgm:cxn modelId="{B8DC0D45-FF47-4DFA-8EC6-E1F25264B7B1}" type="presParOf" srcId="{4E0FAA8C-AD31-4EA3-96F8-EDF4621A1B43}" destId="{B758C4A8-AA31-4DFC-8215-84DAFC3CDDE7}" srcOrd="1" destOrd="0" presId="urn:microsoft.com/office/officeart/2008/layout/CircleAccentTimeline"/>
    <dgm:cxn modelId="{179A9B9E-5CB1-4145-9DB1-0A4292D2D772}" type="presParOf" srcId="{4E0FAA8C-AD31-4EA3-96F8-EDF4621A1B43}" destId="{33EA813F-4602-4234-9778-CDB4EC5E4A75}" srcOrd="2" destOrd="0" presId="urn:microsoft.com/office/officeart/2008/layout/CircleAccentTimeline"/>
    <dgm:cxn modelId="{45C0201D-F62E-4DC1-9EF7-038186B3BE0D}" type="presParOf" srcId="{CFD92197-13A1-4D24-A4C5-2C97088B26B1}" destId="{E217E950-13D6-4D43-9CD6-470EA3B51EE5}" srcOrd="1" destOrd="0" presId="urn:microsoft.com/office/officeart/2008/layout/CircleAccentTimeline"/>
    <dgm:cxn modelId="{A5E1C9B8-C578-488B-9CC2-E8CEBDD806D8}" type="presParOf" srcId="{CFD92197-13A1-4D24-A4C5-2C97088B26B1}" destId="{6F8EB439-60BE-427B-9D79-10781548C398}" srcOrd="2" destOrd="0" presId="urn:microsoft.com/office/officeart/2008/layout/CircleAccentTimeline"/>
    <dgm:cxn modelId="{A806361E-C044-4138-8AAA-1F271164D018}" type="presParOf" srcId="{CFD92197-13A1-4D24-A4C5-2C97088B26B1}" destId="{5ADBB1CB-0742-4E4C-9BC4-ED2AA2D55558}" srcOrd="3" destOrd="0" presId="urn:microsoft.com/office/officeart/2008/layout/CircleAccentTimeline"/>
    <dgm:cxn modelId="{E55811FA-7460-4C47-A6BD-F956445AC7AA}" type="presParOf" srcId="{5ADBB1CB-0742-4E4C-9BC4-ED2AA2D55558}" destId="{6C690416-A8C1-4585-B8DA-5373F01088E2}" srcOrd="0" destOrd="0" presId="urn:microsoft.com/office/officeart/2008/layout/CircleAccentTimeline"/>
    <dgm:cxn modelId="{1F9322D4-E9E9-4B7B-B278-4444AC5F7FDB}" type="presParOf" srcId="{5ADBB1CB-0742-4E4C-9BC4-ED2AA2D55558}" destId="{D1DF3E47-33AC-4F40-8557-BCBE52FFC95F}" srcOrd="1" destOrd="0" presId="urn:microsoft.com/office/officeart/2008/layout/CircleAccentTimeline"/>
    <dgm:cxn modelId="{43ED629C-E01F-4DE7-B7CE-B903D592638A}" type="presParOf" srcId="{5ADBB1CB-0742-4E4C-9BC4-ED2AA2D55558}" destId="{CFA0B035-38B4-4A70-9308-425C297493B4}" srcOrd="2" destOrd="0" presId="urn:microsoft.com/office/officeart/2008/layout/CircleAccentTimeline"/>
    <dgm:cxn modelId="{C57E954D-CE7C-4946-A498-902CB95A7B3E}" type="presParOf" srcId="{CFD92197-13A1-4D24-A4C5-2C97088B26B1}" destId="{FFBE23EF-D621-4761-9EA5-FBC69A8B71DA}" srcOrd="4" destOrd="0" presId="urn:microsoft.com/office/officeart/2008/layout/CircleAccentTimeline"/>
    <dgm:cxn modelId="{751B395B-8D1B-49D6-9B50-5C65874B033F}" type="presParOf" srcId="{CFD92197-13A1-4D24-A4C5-2C97088B26B1}" destId="{E3173502-1168-43DD-A647-BFE9C060BC7B}" srcOrd="5" destOrd="0" presId="urn:microsoft.com/office/officeart/2008/layout/CircleAccentTimeline"/>
    <dgm:cxn modelId="{4F126FA0-1206-4339-AEC3-D68553D57AA7}" type="presParOf" srcId="{CFD92197-13A1-4D24-A4C5-2C97088B26B1}" destId="{08CB9500-AFF9-46E8-850F-D0203DFB9627}" srcOrd="6" destOrd="0" presId="urn:microsoft.com/office/officeart/2008/layout/CircleAccentTimeline"/>
    <dgm:cxn modelId="{0D99444A-FF76-4B3A-A090-0DAB0AEF5627}" type="presParOf" srcId="{08CB9500-AFF9-46E8-850F-D0203DFB9627}" destId="{D960D30B-D7EF-4AE3-9856-F0488CB8497C}" srcOrd="0" destOrd="0" presId="urn:microsoft.com/office/officeart/2008/layout/CircleAccentTimeline"/>
    <dgm:cxn modelId="{1DE4CA18-2239-4317-B7A9-CCBD58643532}" type="presParOf" srcId="{08CB9500-AFF9-46E8-850F-D0203DFB9627}" destId="{580CFFB4-95FC-465E-B666-457165DAE44B}" srcOrd="1" destOrd="0" presId="urn:microsoft.com/office/officeart/2008/layout/CircleAccentTimeline"/>
    <dgm:cxn modelId="{97C0E45D-A8C7-43D1-8F6D-0E736C73B565}" type="presParOf" srcId="{08CB9500-AFF9-46E8-850F-D0203DFB9627}" destId="{1BC3D51D-F000-4178-9457-3E1E8805D98B}" srcOrd="2" destOrd="0" presId="urn:microsoft.com/office/officeart/2008/layout/CircleAccentTimeline"/>
    <dgm:cxn modelId="{71F53D9B-877D-46B6-B835-02F5E4D82D88}" type="presParOf" srcId="{CFD92197-13A1-4D24-A4C5-2C97088B26B1}" destId="{FF0B20FE-65C8-4B9E-A44E-E34A2F27FB03}" srcOrd="7" destOrd="0" presId="urn:microsoft.com/office/officeart/2008/layout/CircleAccentTimeline"/>
    <dgm:cxn modelId="{ED61AC43-16BA-4F3B-A6EA-D18A7DAD98A0}" type="presParOf" srcId="{CFD92197-13A1-4D24-A4C5-2C97088B26B1}" destId="{ADD97EA2-6D1D-46B7-B710-5D41DDE3881C}" srcOrd="8" destOrd="0" presId="urn:microsoft.com/office/officeart/2008/layout/CircleAccentTimeline"/>
    <dgm:cxn modelId="{9EC19118-7B26-42F0-9EF3-5C1A402B8198}" type="presParOf" srcId="{CFD92197-13A1-4D24-A4C5-2C97088B26B1}" destId="{F61989CD-99CA-4F21-8A65-7606C203AC52}" srcOrd="9" destOrd="0" presId="urn:microsoft.com/office/officeart/2008/layout/CircleAccentTimeline"/>
    <dgm:cxn modelId="{0315F5DC-27BF-4E4A-8CFE-D86706EBA224}" type="presParOf" srcId="{F61989CD-99CA-4F21-8A65-7606C203AC52}" destId="{8B9DF2CB-3169-4711-A6B4-AF15BAF6870E}" srcOrd="0" destOrd="0" presId="urn:microsoft.com/office/officeart/2008/layout/CircleAccentTimeline"/>
    <dgm:cxn modelId="{7AA8C9BA-ABB6-473E-BC9F-441411053DFE}" type="presParOf" srcId="{F61989CD-99CA-4F21-8A65-7606C203AC52}" destId="{107C89C3-E439-426E-A0C5-C39A7B843087}" srcOrd="1" destOrd="0" presId="urn:microsoft.com/office/officeart/2008/layout/CircleAccentTimeline"/>
    <dgm:cxn modelId="{11A49019-7A07-41A6-8167-3EF9AC960378}" type="presParOf" srcId="{F61989CD-99CA-4F21-8A65-7606C203AC52}" destId="{441E8052-09AB-44FF-8C19-F2AA615EE914}" srcOrd="2" destOrd="0" presId="urn:microsoft.com/office/officeart/2008/layout/CircleAccentTimeline"/>
    <dgm:cxn modelId="{B887DCF7-5B6A-4B84-B61D-071E66F4860D}" type="presParOf" srcId="{CFD92197-13A1-4D24-A4C5-2C97088B26B1}" destId="{A4184AEA-6E55-47C3-99A9-D4931E4A69B9}" srcOrd="10" destOrd="0" presId="urn:microsoft.com/office/officeart/2008/layout/CircleAccentTimeline"/>
    <dgm:cxn modelId="{903F2C71-05DC-4B24-A28D-4E2314DAF86F}" type="presParOf" srcId="{CFD92197-13A1-4D24-A4C5-2C97088B26B1}" destId="{CBD91D00-DD4C-475A-9652-0E70F9D95564}" srcOrd="11" destOrd="0" presId="urn:microsoft.com/office/officeart/2008/layout/CircleAccentTimeline"/>
    <dgm:cxn modelId="{66E8E18C-B396-426F-BC69-823D8649AB51}" type="presParOf" srcId="{CFD92197-13A1-4D24-A4C5-2C97088B26B1}" destId="{535E964E-4204-43AA-A31A-BE526D65F393}" srcOrd="12" destOrd="0" presId="urn:microsoft.com/office/officeart/2008/layout/CircleAccentTimeline"/>
    <dgm:cxn modelId="{CCE4286B-2FC3-43D8-9DCA-6A9D889D28A5}" type="presParOf" srcId="{535E964E-4204-43AA-A31A-BE526D65F393}" destId="{AF6530E8-8778-41C6-BF95-E889A64A9F6B}" srcOrd="0" destOrd="0" presId="urn:microsoft.com/office/officeart/2008/layout/CircleAccentTimeline"/>
    <dgm:cxn modelId="{4077C6A2-BA9A-44AF-99C7-D8163D94F337}" type="presParOf" srcId="{535E964E-4204-43AA-A31A-BE526D65F393}" destId="{889AB58F-DCEE-410E-89B6-EF43CB5A76E6}" srcOrd="1" destOrd="0" presId="urn:microsoft.com/office/officeart/2008/layout/CircleAccentTimeline"/>
    <dgm:cxn modelId="{78ACC8CC-023F-4DDA-B5D5-C9D313D19F94}" type="presParOf" srcId="{535E964E-4204-43AA-A31A-BE526D65F393}" destId="{023CDDF4-0BF3-4527-B795-4836ED630F0F}" srcOrd="2" destOrd="0" presId="urn:microsoft.com/office/officeart/2008/layout/CircleAccentTimeline"/>
    <dgm:cxn modelId="{50125D7D-461F-464A-A3AA-877D10ABD1BB}" type="presParOf" srcId="{CFD92197-13A1-4D24-A4C5-2C97088B26B1}" destId="{0B8154FD-73B0-46FB-9BDC-5B4006399C2A}" srcOrd="13" destOrd="0" presId="urn:microsoft.com/office/officeart/2008/layout/CircleAccentTimeline"/>
    <dgm:cxn modelId="{6845E82F-566E-4320-835A-A7ACC49D538D}" type="presParOf" srcId="{CFD92197-13A1-4D24-A4C5-2C97088B26B1}" destId="{5F4C4B50-AE11-4DBC-80BD-609A86072E22}" srcOrd="14" destOrd="0" presId="urn:microsoft.com/office/officeart/2008/layout/CircleAccentTimeline"/>
    <dgm:cxn modelId="{C63A6DF8-A7CF-4214-8105-42D10B20F467}" type="presParOf" srcId="{CFD92197-13A1-4D24-A4C5-2C97088B26B1}" destId="{5196CACC-C9AF-4BE7-8F33-85BC8B679186}" srcOrd="15" destOrd="0" presId="urn:microsoft.com/office/officeart/2008/layout/CircleAccentTimeline"/>
    <dgm:cxn modelId="{C84AA6E9-9415-40A8-B222-13A841874DFC}" type="presParOf" srcId="{5196CACC-C9AF-4BE7-8F33-85BC8B679186}" destId="{C0D980DB-8A7F-4533-BD7F-6B5E0AE5CEB2}" srcOrd="0" destOrd="0" presId="urn:microsoft.com/office/officeart/2008/layout/CircleAccentTimeline"/>
    <dgm:cxn modelId="{02949766-A559-4F68-9E84-4BEA20C48BC9}" type="presParOf" srcId="{5196CACC-C9AF-4BE7-8F33-85BC8B679186}" destId="{7D485F5A-4E8C-4AB5-B363-A38473566DF8}" srcOrd="1" destOrd="0" presId="urn:microsoft.com/office/officeart/2008/layout/CircleAccentTimeline"/>
    <dgm:cxn modelId="{2BAB7E9F-1D43-4B4A-B20A-D239F3707F78}" type="presParOf" srcId="{5196CACC-C9AF-4BE7-8F33-85BC8B679186}" destId="{3E8135E3-29A0-47B0-A758-3976FDF0A420}" srcOrd="2" destOrd="0" presId="urn:microsoft.com/office/officeart/2008/layout/CircleAccentTimeline"/>
    <dgm:cxn modelId="{79EA6042-6173-4040-A263-2FDACA1E375D}" type="presParOf" srcId="{CFD92197-13A1-4D24-A4C5-2C97088B26B1}" destId="{FFAD691C-6526-42DB-A989-451B8B9C2A1E}" srcOrd="16" destOrd="0" presId="urn:microsoft.com/office/officeart/2008/layout/CircleAccentTimeline"/>
    <dgm:cxn modelId="{FAAB60D3-F33A-4238-AB47-8750E3339DF7}" type="presParOf" srcId="{CFD92197-13A1-4D24-A4C5-2C97088B26B1}" destId="{249E862D-E2EA-4205-8A5C-A4EC942C3709}" srcOrd="17" destOrd="0" presId="urn:microsoft.com/office/officeart/2008/layout/CircleAccentTimeline"/>
    <dgm:cxn modelId="{47946A88-DC01-4601-9509-BAA56EFC1A84}" type="presParOf" srcId="{CFD92197-13A1-4D24-A4C5-2C97088B26B1}" destId="{D8F13E84-C7CE-4FAC-9855-10C9D673F74C}" srcOrd="18" destOrd="0" presId="urn:microsoft.com/office/officeart/2008/layout/CircleAccentTimeline"/>
    <dgm:cxn modelId="{3C113F37-AD34-45AD-B926-8F0B51DEBC2E}" type="presParOf" srcId="{D8F13E84-C7CE-4FAC-9855-10C9D673F74C}" destId="{B41C2A6C-1981-4871-B61B-D4DB792E8134}" srcOrd="0" destOrd="0" presId="urn:microsoft.com/office/officeart/2008/layout/CircleAccentTimeline"/>
    <dgm:cxn modelId="{7FCD5E6F-8AAA-471C-B2D4-0F60240916E9}" type="presParOf" srcId="{D8F13E84-C7CE-4FAC-9855-10C9D673F74C}" destId="{CFA16E20-2870-4527-97A1-6BF2EFD48F2C}" srcOrd="1" destOrd="0" presId="urn:microsoft.com/office/officeart/2008/layout/CircleAccentTimeline"/>
    <dgm:cxn modelId="{54EC2FA7-4C49-4FA4-8456-E10497478BF8}" type="presParOf" srcId="{D8F13E84-C7CE-4FAC-9855-10C9D673F74C}" destId="{00066E2B-9A30-421E-AFE4-4EF57103A4E9}" srcOrd="2" destOrd="0" presId="urn:microsoft.com/office/officeart/2008/layout/CircleAccentTimeline"/>
    <dgm:cxn modelId="{4B709DC4-DF5F-4C5A-BB13-5ACA4BE5B699}" type="presParOf" srcId="{CFD92197-13A1-4D24-A4C5-2C97088B26B1}" destId="{E49842DE-762D-4E43-84C5-EEE0CBFDD0A3}" srcOrd="19" destOrd="0" presId="urn:microsoft.com/office/officeart/2008/layout/CircleAccentTimeline"/>
    <dgm:cxn modelId="{390A4A5C-53E1-4C91-8F4A-9B59CA4CD63A}" type="presParOf" srcId="{CFD92197-13A1-4D24-A4C5-2C97088B26B1}" destId="{C6A959E6-F576-49E5-BEE5-8DAE854A3168}" srcOrd="20" destOrd="0" presId="urn:microsoft.com/office/officeart/2008/layout/CircleAccentTimeline"/>
    <dgm:cxn modelId="{5C8737B6-7C6C-405F-97A8-30A77EB459A8}" type="presParOf" srcId="{CFD92197-13A1-4D24-A4C5-2C97088B26B1}" destId="{24DFAC73-8CF3-4C34-B5E2-5C4B8C10D747}" srcOrd="21" destOrd="0" presId="urn:microsoft.com/office/officeart/2008/layout/CircleAccentTimeline"/>
    <dgm:cxn modelId="{944B7D8B-7E1C-4A67-BFCF-02A3CA76989B}" type="presParOf" srcId="{24DFAC73-8CF3-4C34-B5E2-5C4B8C10D747}" destId="{3C38E29E-1C4B-4C20-8164-46D63EE43D1A}" srcOrd="0" destOrd="0" presId="urn:microsoft.com/office/officeart/2008/layout/CircleAccentTimeline"/>
    <dgm:cxn modelId="{965F20D7-3F44-4981-879F-A0449763EE15}" type="presParOf" srcId="{24DFAC73-8CF3-4C34-B5E2-5C4B8C10D747}" destId="{694C4BEA-CF1A-403B-8BFC-D0A48A12D40D}" srcOrd="1" destOrd="0" presId="urn:microsoft.com/office/officeart/2008/layout/CircleAccentTimeline"/>
    <dgm:cxn modelId="{AAC68F82-77C7-4236-99FD-7032256BB6AF}" type="presParOf" srcId="{24DFAC73-8CF3-4C34-B5E2-5C4B8C10D747}" destId="{928EC5E4-FDD1-490C-BB10-A81E98AB833F}" srcOrd="2" destOrd="0" presId="urn:microsoft.com/office/officeart/2008/layout/CircleAccentTimeline"/>
    <dgm:cxn modelId="{08D0AD30-1F6F-4E2A-8677-9FD687A44149}" type="presParOf" srcId="{CFD92197-13A1-4D24-A4C5-2C97088B26B1}" destId="{CF6479CD-F82A-41F1-8E43-98509A58BFD1}" srcOrd="22" destOrd="0" presId="urn:microsoft.com/office/officeart/2008/layout/CircleAccentTimeline"/>
    <dgm:cxn modelId="{7785F37C-C4F2-46E7-A0B3-4F86C8D7FA4D}" type="presParOf" srcId="{CFD92197-13A1-4D24-A4C5-2C97088B26B1}" destId="{0DED7B59-2F14-44E4-BDEF-5708810A6952}" srcOrd="23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1497BC-F145-49EB-9F5B-7307019885AB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E959B3D-8BC8-4CD3-B971-B343C4C4283A}">
      <dgm:prSet/>
      <dgm:spPr/>
      <dgm:t>
        <a:bodyPr/>
        <a:lstStyle/>
        <a:p>
          <a:r>
            <a:rPr lang="en-GB" dirty="0"/>
            <a:t>Input (150 tokens)</a:t>
          </a:r>
        </a:p>
      </dgm:t>
    </dgm:pt>
    <dgm:pt modelId="{4B2FE304-18DB-4FB5-A89A-F4EAB66959C8}" type="parTrans" cxnId="{2828E976-5ED7-429B-B62A-FCF95535E013}">
      <dgm:prSet/>
      <dgm:spPr/>
      <dgm:t>
        <a:bodyPr/>
        <a:lstStyle/>
        <a:p>
          <a:endParaRPr lang="en-GB"/>
        </a:p>
      </dgm:t>
    </dgm:pt>
    <dgm:pt modelId="{B64A8E5A-2668-4E73-9295-8D9AB65F94A8}" type="sibTrans" cxnId="{2828E976-5ED7-429B-B62A-FCF95535E013}">
      <dgm:prSet/>
      <dgm:spPr/>
      <dgm:t>
        <a:bodyPr/>
        <a:lstStyle/>
        <a:p>
          <a:endParaRPr lang="en-GB"/>
        </a:p>
      </dgm:t>
    </dgm:pt>
    <dgm:pt modelId="{ED80ABA8-69BE-4B9D-AD95-D97E99B85587}">
      <dgm:prSet/>
      <dgm:spPr/>
      <dgm:t>
        <a:bodyPr/>
        <a:lstStyle/>
        <a:p>
          <a:r>
            <a:rPr lang="en-GB" dirty="0"/>
            <a:t>Embedding (20,000 × 128)</a:t>
          </a:r>
          <a:br>
            <a:rPr lang="en-GB" dirty="0"/>
          </a:br>
          <a:endParaRPr lang="en-GB" dirty="0"/>
        </a:p>
      </dgm:t>
    </dgm:pt>
    <dgm:pt modelId="{74CA3A9F-2373-46BD-822D-F2D5024AB8A1}" type="parTrans" cxnId="{5D9766EA-DA06-4742-A91C-0EA942D97D06}">
      <dgm:prSet/>
      <dgm:spPr/>
      <dgm:t>
        <a:bodyPr/>
        <a:lstStyle/>
        <a:p>
          <a:endParaRPr lang="en-GB"/>
        </a:p>
      </dgm:t>
    </dgm:pt>
    <dgm:pt modelId="{7EAC1263-2F80-4ADA-84C8-CF6B48BD27E6}" type="sibTrans" cxnId="{5D9766EA-DA06-4742-A91C-0EA942D97D06}">
      <dgm:prSet/>
      <dgm:spPr/>
      <dgm:t>
        <a:bodyPr/>
        <a:lstStyle/>
        <a:p>
          <a:endParaRPr lang="en-GB"/>
        </a:p>
      </dgm:t>
    </dgm:pt>
    <dgm:pt modelId="{6CE816FD-4382-4C08-9E0E-2C140EDA41E9}">
      <dgm:prSet/>
      <dgm:spPr/>
      <dgm:t>
        <a:bodyPr/>
        <a:lstStyle/>
        <a:p>
          <a:r>
            <a:rPr lang="en-GB" dirty="0"/>
            <a:t>SpatialDropout1D (0.3)</a:t>
          </a:r>
          <a:br>
            <a:rPr lang="en-GB" dirty="0"/>
          </a:br>
          <a:endParaRPr lang="en-GB" dirty="0"/>
        </a:p>
      </dgm:t>
    </dgm:pt>
    <dgm:pt modelId="{AE8C087B-92F8-458C-A7BA-FBB585B6D789}" type="parTrans" cxnId="{1E1FAA64-33AC-49FF-8215-B9CC126AFF9A}">
      <dgm:prSet/>
      <dgm:spPr/>
      <dgm:t>
        <a:bodyPr/>
        <a:lstStyle/>
        <a:p>
          <a:endParaRPr lang="en-GB"/>
        </a:p>
      </dgm:t>
    </dgm:pt>
    <dgm:pt modelId="{986B1A9B-FBFB-45B3-B6A6-7CA6AF947B85}" type="sibTrans" cxnId="{1E1FAA64-33AC-49FF-8215-B9CC126AFF9A}">
      <dgm:prSet/>
      <dgm:spPr/>
      <dgm:t>
        <a:bodyPr/>
        <a:lstStyle/>
        <a:p>
          <a:endParaRPr lang="en-GB"/>
        </a:p>
      </dgm:t>
    </dgm:pt>
    <dgm:pt modelId="{59BB84FC-11B8-48D8-A805-51BEE82A314A}">
      <dgm:prSet/>
      <dgm:spPr/>
      <dgm:t>
        <a:bodyPr/>
        <a:lstStyle/>
        <a:p>
          <a:r>
            <a:rPr lang="en-GB" dirty="0"/>
            <a:t>Bidirectional LSTM (64 units)</a:t>
          </a:r>
          <a:br>
            <a:rPr lang="en-GB" dirty="0"/>
          </a:br>
          <a:endParaRPr lang="en-GB" dirty="0"/>
        </a:p>
      </dgm:t>
    </dgm:pt>
    <dgm:pt modelId="{0FE25C9A-4369-430D-9623-A36D33362687}" type="parTrans" cxnId="{2FB0DC4D-EBFD-4D4D-9F5E-1CAADC2A707A}">
      <dgm:prSet/>
      <dgm:spPr/>
      <dgm:t>
        <a:bodyPr/>
        <a:lstStyle/>
        <a:p>
          <a:endParaRPr lang="en-GB"/>
        </a:p>
      </dgm:t>
    </dgm:pt>
    <dgm:pt modelId="{01296762-6D43-4532-9077-1B20D872E7F9}" type="sibTrans" cxnId="{2FB0DC4D-EBFD-4D4D-9F5E-1CAADC2A707A}">
      <dgm:prSet/>
      <dgm:spPr/>
      <dgm:t>
        <a:bodyPr/>
        <a:lstStyle/>
        <a:p>
          <a:endParaRPr lang="en-GB"/>
        </a:p>
      </dgm:t>
    </dgm:pt>
    <dgm:pt modelId="{35C93AE3-2F8D-41BD-BD7E-DD42D4FCC9EA}">
      <dgm:prSet/>
      <dgm:spPr/>
      <dgm:t>
        <a:bodyPr/>
        <a:lstStyle/>
        <a:p>
          <a:r>
            <a:rPr lang="en-GB" dirty="0"/>
            <a:t>GlobalMaxPooling1D</a:t>
          </a:r>
          <a:br>
            <a:rPr lang="en-GB" dirty="0"/>
          </a:br>
          <a:endParaRPr lang="en-GB" dirty="0"/>
        </a:p>
      </dgm:t>
    </dgm:pt>
    <dgm:pt modelId="{4C37034B-1A00-4A14-BE32-45D9E727EAEA}" type="parTrans" cxnId="{0385910E-2EE8-4696-94DD-558163EB69CD}">
      <dgm:prSet/>
      <dgm:spPr/>
      <dgm:t>
        <a:bodyPr/>
        <a:lstStyle/>
        <a:p>
          <a:endParaRPr lang="en-GB"/>
        </a:p>
      </dgm:t>
    </dgm:pt>
    <dgm:pt modelId="{A38FAE11-00DF-4AD5-A353-D1D4B1118732}" type="sibTrans" cxnId="{0385910E-2EE8-4696-94DD-558163EB69CD}">
      <dgm:prSet/>
      <dgm:spPr/>
      <dgm:t>
        <a:bodyPr/>
        <a:lstStyle/>
        <a:p>
          <a:endParaRPr lang="en-GB"/>
        </a:p>
      </dgm:t>
    </dgm:pt>
    <dgm:pt modelId="{3AA31304-C131-4128-B519-368BA2ACC5D5}">
      <dgm:prSet/>
      <dgm:spPr/>
      <dgm:t>
        <a:bodyPr/>
        <a:lstStyle/>
        <a:p>
          <a:r>
            <a:rPr lang="en-GB" dirty="0"/>
            <a:t>Dense (128, </a:t>
          </a:r>
          <a:r>
            <a:rPr lang="en-GB" dirty="0" err="1"/>
            <a:t>ReLU</a:t>
          </a:r>
          <a:r>
            <a:rPr lang="en-GB" dirty="0"/>
            <a:t>)</a:t>
          </a:r>
          <a:br>
            <a:rPr lang="en-GB" dirty="0"/>
          </a:br>
          <a:endParaRPr lang="en-GB" dirty="0"/>
        </a:p>
      </dgm:t>
    </dgm:pt>
    <dgm:pt modelId="{2CF442F6-9E80-4146-B082-101CE7C6126B}" type="parTrans" cxnId="{9F122585-A930-48E1-9815-631739BFA4EB}">
      <dgm:prSet/>
      <dgm:spPr/>
      <dgm:t>
        <a:bodyPr/>
        <a:lstStyle/>
        <a:p>
          <a:endParaRPr lang="en-GB"/>
        </a:p>
      </dgm:t>
    </dgm:pt>
    <dgm:pt modelId="{3E329075-D163-4B88-A43D-4B991CEA3289}" type="sibTrans" cxnId="{9F122585-A930-48E1-9815-631739BFA4EB}">
      <dgm:prSet/>
      <dgm:spPr/>
      <dgm:t>
        <a:bodyPr/>
        <a:lstStyle/>
        <a:p>
          <a:endParaRPr lang="en-GB"/>
        </a:p>
      </dgm:t>
    </dgm:pt>
    <dgm:pt modelId="{B2A01A1F-0FE0-4922-A875-E4B32A2CF3E2}">
      <dgm:prSet/>
      <dgm:spPr/>
      <dgm:t>
        <a:bodyPr/>
        <a:lstStyle/>
        <a:p>
          <a:r>
            <a:rPr lang="en-GB" dirty="0"/>
            <a:t>Dropout (0.3)</a:t>
          </a:r>
          <a:br>
            <a:rPr lang="en-GB" dirty="0"/>
          </a:br>
          <a:endParaRPr lang="en-GB" dirty="0"/>
        </a:p>
      </dgm:t>
    </dgm:pt>
    <dgm:pt modelId="{5B12FF2A-8112-4E29-98F5-8209FEF42414}" type="parTrans" cxnId="{0BDE7979-4B6B-42D7-B4DB-F09D0E72C14D}">
      <dgm:prSet/>
      <dgm:spPr/>
      <dgm:t>
        <a:bodyPr/>
        <a:lstStyle/>
        <a:p>
          <a:endParaRPr lang="en-GB"/>
        </a:p>
      </dgm:t>
    </dgm:pt>
    <dgm:pt modelId="{23EDF621-B5A9-4820-BAC2-7DCAC26CF71E}" type="sibTrans" cxnId="{0BDE7979-4B6B-42D7-B4DB-F09D0E72C14D}">
      <dgm:prSet/>
      <dgm:spPr/>
      <dgm:t>
        <a:bodyPr/>
        <a:lstStyle/>
        <a:p>
          <a:endParaRPr lang="en-GB"/>
        </a:p>
      </dgm:t>
    </dgm:pt>
    <dgm:pt modelId="{C2D71CB1-6A42-420B-ADA5-22CFEBDDA7AE}">
      <dgm:prSet/>
      <dgm:spPr/>
      <dgm:t>
        <a:bodyPr/>
        <a:lstStyle/>
        <a:p>
          <a:r>
            <a:rPr lang="en-GB" dirty="0"/>
            <a:t>Dense (6, Sigmoid)</a:t>
          </a:r>
        </a:p>
      </dgm:t>
    </dgm:pt>
    <dgm:pt modelId="{BAAAB0CD-0A2F-47A3-B996-44C969E5223D}" type="parTrans" cxnId="{784196F5-EC04-4F0E-87B7-1FBF41E86773}">
      <dgm:prSet/>
      <dgm:spPr/>
      <dgm:t>
        <a:bodyPr/>
        <a:lstStyle/>
        <a:p>
          <a:endParaRPr lang="en-GB"/>
        </a:p>
      </dgm:t>
    </dgm:pt>
    <dgm:pt modelId="{AD27BC7C-0D70-4A49-8543-A5D928C48307}" type="sibTrans" cxnId="{784196F5-EC04-4F0E-87B7-1FBF41E86773}">
      <dgm:prSet/>
      <dgm:spPr/>
      <dgm:t>
        <a:bodyPr/>
        <a:lstStyle/>
        <a:p>
          <a:endParaRPr lang="en-GB"/>
        </a:p>
      </dgm:t>
    </dgm:pt>
    <dgm:pt modelId="{6974343B-FDBC-4557-BC57-BA89F54F347A}" type="pres">
      <dgm:prSet presAssocID="{871497BC-F145-49EB-9F5B-7307019885AB}" presName="Name0" presStyleCnt="0">
        <dgm:presLayoutVars>
          <dgm:dir/>
        </dgm:presLayoutVars>
      </dgm:prSet>
      <dgm:spPr/>
    </dgm:pt>
    <dgm:pt modelId="{B6591789-D921-4A67-9011-CF4C971EF2E4}" type="pres">
      <dgm:prSet presAssocID="{AE959B3D-8BC8-4CD3-B971-B343C4C4283A}" presName="parComposite" presStyleCnt="0"/>
      <dgm:spPr/>
    </dgm:pt>
    <dgm:pt modelId="{CA323CEF-2867-4A97-A208-E64F246FC248}" type="pres">
      <dgm:prSet presAssocID="{AE959B3D-8BC8-4CD3-B971-B343C4C4283A}" presName="parBigCircle" presStyleLbl="node0" presStyleIdx="0" presStyleCnt="8"/>
      <dgm:spPr/>
    </dgm:pt>
    <dgm:pt modelId="{84B060FC-3F08-4413-AA3A-3477929A09A5}" type="pres">
      <dgm:prSet presAssocID="{AE959B3D-8BC8-4CD3-B971-B343C4C4283A}" presName="parTx" presStyleLbl="revTx" presStyleIdx="0" presStyleCnt="8"/>
      <dgm:spPr/>
    </dgm:pt>
    <dgm:pt modelId="{9C585B17-03EB-42AF-8586-C8989C53D051}" type="pres">
      <dgm:prSet presAssocID="{AE959B3D-8BC8-4CD3-B971-B343C4C4283A}" presName="bSpace" presStyleCnt="0"/>
      <dgm:spPr/>
    </dgm:pt>
    <dgm:pt modelId="{6B076C0C-223C-43DB-B37B-43FA0277950E}" type="pres">
      <dgm:prSet presAssocID="{AE959B3D-8BC8-4CD3-B971-B343C4C4283A}" presName="parBackupNorm" presStyleCnt="0"/>
      <dgm:spPr/>
    </dgm:pt>
    <dgm:pt modelId="{9FC39FD0-C16B-49D0-93F5-7E44F8033397}" type="pres">
      <dgm:prSet presAssocID="{B64A8E5A-2668-4E73-9295-8D9AB65F94A8}" presName="parSpace" presStyleCnt="0"/>
      <dgm:spPr/>
    </dgm:pt>
    <dgm:pt modelId="{02443D5D-DFE4-4AAB-B145-2CC072794D55}" type="pres">
      <dgm:prSet presAssocID="{ED80ABA8-69BE-4B9D-AD95-D97E99B85587}" presName="parComposite" presStyleCnt="0"/>
      <dgm:spPr/>
    </dgm:pt>
    <dgm:pt modelId="{13F93424-1D99-4F5C-82E7-D48DB897160A}" type="pres">
      <dgm:prSet presAssocID="{ED80ABA8-69BE-4B9D-AD95-D97E99B85587}" presName="parBigCircle" presStyleLbl="node0" presStyleIdx="1" presStyleCnt="8"/>
      <dgm:spPr/>
    </dgm:pt>
    <dgm:pt modelId="{D9BF05CC-71DF-4C87-BE9B-9DC6AFFB6B64}" type="pres">
      <dgm:prSet presAssocID="{ED80ABA8-69BE-4B9D-AD95-D97E99B85587}" presName="parTx" presStyleLbl="revTx" presStyleIdx="1" presStyleCnt="8"/>
      <dgm:spPr/>
    </dgm:pt>
    <dgm:pt modelId="{459C7652-A837-4C63-A0C3-8D1DE64A691F}" type="pres">
      <dgm:prSet presAssocID="{ED80ABA8-69BE-4B9D-AD95-D97E99B85587}" presName="bSpace" presStyleCnt="0"/>
      <dgm:spPr/>
    </dgm:pt>
    <dgm:pt modelId="{64E51FE9-C3E1-46AC-8E22-96DEC10DFB70}" type="pres">
      <dgm:prSet presAssocID="{ED80ABA8-69BE-4B9D-AD95-D97E99B85587}" presName="parBackupNorm" presStyleCnt="0"/>
      <dgm:spPr/>
    </dgm:pt>
    <dgm:pt modelId="{1CB85E87-9F16-4FCB-93A6-1C5C431DA5EC}" type="pres">
      <dgm:prSet presAssocID="{7EAC1263-2F80-4ADA-84C8-CF6B48BD27E6}" presName="parSpace" presStyleCnt="0"/>
      <dgm:spPr/>
    </dgm:pt>
    <dgm:pt modelId="{7DF7DD0C-BBDF-4BD1-AC77-1BB48538DCD9}" type="pres">
      <dgm:prSet presAssocID="{6CE816FD-4382-4C08-9E0E-2C140EDA41E9}" presName="parComposite" presStyleCnt="0"/>
      <dgm:spPr/>
    </dgm:pt>
    <dgm:pt modelId="{06F819D5-8DCB-41F8-ACEE-326CF12DD3AE}" type="pres">
      <dgm:prSet presAssocID="{6CE816FD-4382-4C08-9E0E-2C140EDA41E9}" presName="parBigCircle" presStyleLbl="node0" presStyleIdx="2" presStyleCnt="8"/>
      <dgm:spPr/>
    </dgm:pt>
    <dgm:pt modelId="{B943FA45-307C-4DC7-91CF-666282928143}" type="pres">
      <dgm:prSet presAssocID="{6CE816FD-4382-4C08-9E0E-2C140EDA41E9}" presName="parTx" presStyleLbl="revTx" presStyleIdx="2" presStyleCnt="8"/>
      <dgm:spPr/>
    </dgm:pt>
    <dgm:pt modelId="{98B1C573-B006-4BE1-9DAB-1EF78D2C1841}" type="pres">
      <dgm:prSet presAssocID="{6CE816FD-4382-4C08-9E0E-2C140EDA41E9}" presName="bSpace" presStyleCnt="0"/>
      <dgm:spPr/>
    </dgm:pt>
    <dgm:pt modelId="{910B20BB-8EFF-48A4-A129-0F1312E320E8}" type="pres">
      <dgm:prSet presAssocID="{6CE816FD-4382-4C08-9E0E-2C140EDA41E9}" presName="parBackupNorm" presStyleCnt="0"/>
      <dgm:spPr/>
    </dgm:pt>
    <dgm:pt modelId="{56A71F93-5B9E-409E-9B23-C5385A959C13}" type="pres">
      <dgm:prSet presAssocID="{986B1A9B-FBFB-45B3-B6A6-7CA6AF947B85}" presName="parSpace" presStyleCnt="0"/>
      <dgm:spPr/>
    </dgm:pt>
    <dgm:pt modelId="{4A8798E6-087A-4D76-B7D9-5EC705B9793A}" type="pres">
      <dgm:prSet presAssocID="{59BB84FC-11B8-48D8-A805-51BEE82A314A}" presName="parComposite" presStyleCnt="0"/>
      <dgm:spPr/>
    </dgm:pt>
    <dgm:pt modelId="{E0CDE025-7877-4B85-B70E-7917DF3158E7}" type="pres">
      <dgm:prSet presAssocID="{59BB84FC-11B8-48D8-A805-51BEE82A314A}" presName="parBigCircle" presStyleLbl="node0" presStyleIdx="3" presStyleCnt="8"/>
      <dgm:spPr/>
    </dgm:pt>
    <dgm:pt modelId="{0A8E64AB-ADCA-41EA-B0D0-7FC1829CFF28}" type="pres">
      <dgm:prSet presAssocID="{59BB84FC-11B8-48D8-A805-51BEE82A314A}" presName="parTx" presStyleLbl="revTx" presStyleIdx="3" presStyleCnt="8"/>
      <dgm:spPr/>
    </dgm:pt>
    <dgm:pt modelId="{C7F55845-AB43-45D0-A6AA-82AEF0A91AFA}" type="pres">
      <dgm:prSet presAssocID="{59BB84FC-11B8-48D8-A805-51BEE82A314A}" presName="bSpace" presStyleCnt="0"/>
      <dgm:spPr/>
    </dgm:pt>
    <dgm:pt modelId="{A7F3F8B6-F3CA-4684-AC9B-DBF3B4B96B7C}" type="pres">
      <dgm:prSet presAssocID="{59BB84FC-11B8-48D8-A805-51BEE82A314A}" presName="parBackupNorm" presStyleCnt="0"/>
      <dgm:spPr/>
    </dgm:pt>
    <dgm:pt modelId="{F98466D8-C572-463F-AE25-8EA17B8DC8EA}" type="pres">
      <dgm:prSet presAssocID="{01296762-6D43-4532-9077-1B20D872E7F9}" presName="parSpace" presStyleCnt="0"/>
      <dgm:spPr/>
    </dgm:pt>
    <dgm:pt modelId="{88D5BF17-D66D-49ED-8C28-57FA05012B14}" type="pres">
      <dgm:prSet presAssocID="{35C93AE3-2F8D-41BD-BD7E-DD42D4FCC9EA}" presName="parComposite" presStyleCnt="0"/>
      <dgm:spPr/>
    </dgm:pt>
    <dgm:pt modelId="{D7513DC6-0802-415A-97DD-5D70781C2C0F}" type="pres">
      <dgm:prSet presAssocID="{35C93AE3-2F8D-41BD-BD7E-DD42D4FCC9EA}" presName="parBigCircle" presStyleLbl="node0" presStyleIdx="4" presStyleCnt="8"/>
      <dgm:spPr/>
    </dgm:pt>
    <dgm:pt modelId="{F1744459-1DF8-41B4-B7B6-15FB2EE28862}" type="pres">
      <dgm:prSet presAssocID="{35C93AE3-2F8D-41BD-BD7E-DD42D4FCC9EA}" presName="parTx" presStyleLbl="revTx" presStyleIdx="4" presStyleCnt="8"/>
      <dgm:spPr/>
    </dgm:pt>
    <dgm:pt modelId="{B0E78388-AAE4-4EE1-8D06-A6DC295D458C}" type="pres">
      <dgm:prSet presAssocID="{35C93AE3-2F8D-41BD-BD7E-DD42D4FCC9EA}" presName="bSpace" presStyleCnt="0"/>
      <dgm:spPr/>
    </dgm:pt>
    <dgm:pt modelId="{4C4F3C51-C2C2-437F-A66A-89F36736127B}" type="pres">
      <dgm:prSet presAssocID="{35C93AE3-2F8D-41BD-BD7E-DD42D4FCC9EA}" presName="parBackupNorm" presStyleCnt="0"/>
      <dgm:spPr/>
    </dgm:pt>
    <dgm:pt modelId="{33D2AEEF-6F9E-477D-8E2D-D9609A4E43AC}" type="pres">
      <dgm:prSet presAssocID="{A38FAE11-00DF-4AD5-A353-D1D4B1118732}" presName="parSpace" presStyleCnt="0"/>
      <dgm:spPr/>
    </dgm:pt>
    <dgm:pt modelId="{EB86DB79-9DE5-4122-B607-907638446C65}" type="pres">
      <dgm:prSet presAssocID="{3AA31304-C131-4128-B519-368BA2ACC5D5}" presName="parComposite" presStyleCnt="0"/>
      <dgm:spPr/>
    </dgm:pt>
    <dgm:pt modelId="{AA3C4334-37FE-43DA-A933-7F4964E08ED9}" type="pres">
      <dgm:prSet presAssocID="{3AA31304-C131-4128-B519-368BA2ACC5D5}" presName="parBigCircle" presStyleLbl="node0" presStyleIdx="5" presStyleCnt="8"/>
      <dgm:spPr/>
    </dgm:pt>
    <dgm:pt modelId="{5F7ABBFC-3976-4B0A-832D-6A2BECC5A6CE}" type="pres">
      <dgm:prSet presAssocID="{3AA31304-C131-4128-B519-368BA2ACC5D5}" presName="parTx" presStyleLbl="revTx" presStyleIdx="5" presStyleCnt="8"/>
      <dgm:spPr/>
    </dgm:pt>
    <dgm:pt modelId="{6B61EA84-F7F5-41D6-8E3C-79DB0A1B8016}" type="pres">
      <dgm:prSet presAssocID="{3AA31304-C131-4128-B519-368BA2ACC5D5}" presName="bSpace" presStyleCnt="0"/>
      <dgm:spPr/>
    </dgm:pt>
    <dgm:pt modelId="{94269C32-6BD6-4B44-AAE3-8F7BFD029A56}" type="pres">
      <dgm:prSet presAssocID="{3AA31304-C131-4128-B519-368BA2ACC5D5}" presName="parBackupNorm" presStyleCnt="0"/>
      <dgm:spPr/>
    </dgm:pt>
    <dgm:pt modelId="{2773DF07-7282-42C6-AF8B-1028B4ABA8FF}" type="pres">
      <dgm:prSet presAssocID="{3E329075-D163-4B88-A43D-4B991CEA3289}" presName="parSpace" presStyleCnt="0"/>
      <dgm:spPr/>
    </dgm:pt>
    <dgm:pt modelId="{18EFD2CF-799B-4D61-9BD1-241CBED6AE18}" type="pres">
      <dgm:prSet presAssocID="{B2A01A1F-0FE0-4922-A875-E4B32A2CF3E2}" presName="parComposite" presStyleCnt="0"/>
      <dgm:spPr/>
    </dgm:pt>
    <dgm:pt modelId="{F125C93F-FC84-4D2C-B5FD-4FDD6E1F53AD}" type="pres">
      <dgm:prSet presAssocID="{B2A01A1F-0FE0-4922-A875-E4B32A2CF3E2}" presName="parBigCircle" presStyleLbl="node0" presStyleIdx="6" presStyleCnt="8"/>
      <dgm:spPr/>
    </dgm:pt>
    <dgm:pt modelId="{69827A31-AE17-46DB-85A0-E9A4B8870FAE}" type="pres">
      <dgm:prSet presAssocID="{B2A01A1F-0FE0-4922-A875-E4B32A2CF3E2}" presName="parTx" presStyleLbl="revTx" presStyleIdx="6" presStyleCnt="8"/>
      <dgm:spPr/>
    </dgm:pt>
    <dgm:pt modelId="{26207285-3B9E-47BD-93ED-86C56A0B8DFB}" type="pres">
      <dgm:prSet presAssocID="{B2A01A1F-0FE0-4922-A875-E4B32A2CF3E2}" presName="bSpace" presStyleCnt="0"/>
      <dgm:spPr/>
    </dgm:pt>
    <dgm:pt modelId="{3CA75C9A-DFAC-4E64-98F6-27A9A3259978}" type="pres">
      <dgm:prSet presAssocID="{B2A01A1F-0FE0-4922-A875-E4B32A2CF3E2}" presName="parBackupNorm" presStyleCnt="0"/>
      <dgm:spPr/>
    </dgm:pt>
    <dgm:pt modelId="{D400D1DB-1E61-4092-922B-57BA9844B1CC}" type="pres">
      <dgm:prSet presAssocID="{23EDF621-B5A9-4820-BAC2-7DCAC26CF71E}" presName="parSpace" presStyleCnt="0"/>
      <dgm:spPr/>
    </dgm:pt>
    <dgm:pt modelId="{A7C2F6E6-FE6B-4413-B835-AB3267EED1F6}" type="pres">
      <dgm:prSet presAssocID="{C2D71CB1-6A42-420B-ADA5-22CFEBDDA7AE}" presName="parComposite" presStyleCnt="0"/>
      <dgm:spPr/>
    </dgm:pt>
    <dgm:pt modelId="{AE31CBAD-FF11-4463-85C7-B9ED2032B2C4}" type="pres">
      <dgm:prSet presAssocID="{C2D71CB1-6A42-420B-ADA5-22CFEBDDA7AE}" presName="parBigCircle" presStyleLbl="node0" presStyleIdx="7" presStyleCnt="8"/>
      <dgm:spPr/>
    </dgm:pt>
    <dgm:pt modelId="{B1F47745-7C6C-4EA4-83A8-388ED1CC90E6}" type="pres">
      <dgm:prSet presAssocID="{C2D71CB1-6A42-420B-ADA5-22CFEBDDA7AE}" presName="parTx" presStyleLbl="revTx" presStyleIdx="7" presStyleCnt="8"/>
      <dgm:spPr/>
    </dgm:pt>
    <dgm:pt modelId="{08876EFD-166E-4499-AFBA-A67F638F52CD}" type="pres">
      <dgm:prSet presAssocID="{C2D71CB1-6A42-420B-ADA5-22CFEBDDA7AE}" presName="bSpace" presStyleCnt="0"/>
      <dgm:spPr/>
    </dgm:pt>
    <dgm:pt modelId="{D516BA8E-0D77-407F-BAD9-0626B483EE43}" type="pres">
      <dgm:prSet presAssocID="{C2D71CB1-6A42-420B-ADA5-22CFEBDDA7AE}" presName="parBackupNorm" presStyleCnt="0"/>
      <dgm:spPr/>
    </dgm:pt>
    <dgm:pt modelId="{7F2C0C5B-4510-47F2-9FEF-E5E47189D7B2}" type="pres">
      <dgm:prSet presAssocID="{AD27BC7C-0D70-4A49-8543-A5D928C48307}" presName="parSpace" presStyleCnt="0"/>
      <dgm:spPr/>
    </dgm:pt>
  </dgm:ptLst>
  <dgm:cxnLst>
    <dgm:cxn modelId="{4184A300-28FE-4D69-B187-28784B154A8E}" type="presOf" srcId="{AE959B3D-8BC8-4CD3-B971-B343C4C4283A}" destId="{84B060FC-3F08-4413-AA3A-3477929A09A5}" srcOrd="0" destOrd="0" presId="urn:microsoft.com/office/officeart/2008/layout/CircleAccentTimeline"/>
    <dgm:cxn modelId="{0385910E-2EE8-4696-94DD-558163EB69CD}" srcId="{871497BC-F145-49EB-9F5B-7307019885AB}" destId="{35C93AE3-2F8D-41BD-BD7E-DD42D4FCC9EA}" srcOrd="4" destOrd="0" parTransId="{4C37034B-1A00-4A14-BE32-45D9E727EAEA}" sibTransId="{A38FAE11-00DF-4AD5-A353-D1D4B1118732}"/>
    <dgm:cxn modelId="{345BDE10-36A1-4706-9260-FC56BDF56A9C}" type="presOf" srcId="{C2D71CB1-6A42-420B-ADA5-22CFEBDDA7AE}" destId="{B1F47745-7C6C-4EA4-83A8-388ED1CC90E6}" srcOrd="0" destOrd="0" presId="urn:microsoft.com/office/officeart/2008/layout/CircleAccentTimeline"/>
    <dgm:cxn modelId="{B583DC40-A7DA-483A-933A-B56048517131}" type="presOf" srcId="{871497BC-F145-49EB-9F5B-7307019885AB}" destId="{6974343B-FDBC-4557-BC57-BA89F54F347A}" srcOrd="0" destOrd="0" presId="urn:microsoft.com/office/officeart/2008/layout/CircleAccentTimeline"/>
    <dgm:cxn modelId="{1E1FAA64-33AC-49FF-8215-B9CC126AFF9A}" srcId="{871497BC-F145-49EB-9F5B-7307019885AB}" destId="{6CE816FD-4382-4C08-9E0E-2C140EDA41E9}" srcOrd="2" destOrd="0" parTransId="{AE8C087B-92F8-458C-A7BA-FBB585B6D789}" sibTransId="{986B1A9B-FBFB-45B3-B6A6-7CA6AF947B85}"/>
    <dgm:cxn modelId="{2FB0DC4D-EBFD-4D4D-9F5E-1CAADC2A707A}" srcId="{871497BC-F145-49EB-9F5B-7307019885AB}" destId="{59BB84FC-11B8-48D8-A805-51BEE82A314A}" srcOrd="3" destOrd="0" parTransId="{0FE25C9A-4369-430D-9623-A36D33362687}" sibTransId="{01296762-6D43-4532-9077-1B20D872E7F9}"/>
    <dgm:cxn modelId="{0FB5DD50-B89B-4CD3-8750-606467467E19}" type="presOf" srcId="{B2A01A1F-0FE0-4922-A875-E4B32A2CF3E2}" destId="{69827A31-AE17-46DB-85A0-E9A4B8870FAE}" srcOrd="0" destOrd="0" presId="urn:microsoft.com/office/officeart/2008/layout/CircleAccentTimeline"/>
    <dgm:cxn modelId="{5835DD76-F596-49B2-BA07-61C6DD478B65}" type="presOf" srcId="{35C93AE3-2F8D-41BD-BD7E-DD42D4FCC9EA}" destId="{F1744459-1DF8-41B4-B7B6-15FB2EE28862}" srcOrd="0" destOrd="0" presId="urn:microsoft.com/office/officeart/2008/layout/CircleAccentTimeline"/>
    <dgm:cxn modelId="{2828E976-5ED7-429B-B62A-FCF95535E013}" srcId="{871497BC-F145-49EB-9F5B-7307019885AB}" destId="{AE959B3D-8BC8-4CD3-B971-B343C4C4283A}" srcOrd="0" destOrd="0" parTransId="{4B2FE304-18DB-4FB5-A89A-F4EAB66959C8}" sibTransId="{B64A8E5A-2668-4E73-9295-8D9AB65F94A8}"/>
    <dgm:cxn modelId="{0BDE7979-4B6B-42D7-B4DB-F09D0E72C14D}" srcId="{871497BC-F145-49EB-9F5B-7307019885AB}" destId="{B2A01A1F-0FE0-4922-A875-E4B32A2CF3E2}" srcOrd="6" destOrd="0" parTransId="{5B12FF2A-8112-4E29-98F5-8209FEF42414}" sibTransId="{23EDF621-B5A9-4820-BAC2-7DCAC26CF71E}"/>
    <dgm:cxn modelId="{9F122585-A930-48E1-9815-631739BFA4EB}" srcId="{871497BC-F145-49EB-9F5B-7307019885AB}" destId="{3AA31304-C131-4128-B519-368BA2ACC5D5}" srcOrd="5" destOrd="0" parTransId="{2CF442F6-9E80-4146-B082-101CE7C6126B}" sibTransId="{3E329075-D163-4B88-A43D-4B991CEA3289}"/>
    <dgm:cxn modelId="{3F8D009A-E499-46DD-9990-C1048B4865F2}" type="presOf" srcId="{3AA31304-C131-4128-B519-368BA2ACC5D5}" destId="{5F7ABBFC-3976-4B0A-832D-6A2BECC5A6CE}" srcOrd="0" destOrd="0" presId="urn:microsoft.com/office/officeart/2008/layout/CircleAccentTimeline"/>
    <dgm:cxn modelId="{21FB5EAE-8D33-43DB-AEF5-64DFB0EBDE06}" type="presOf" srcId="{ED80ABA8-69BE-4B9D-AD95-D97E99B85587}" destId="{D9BF05CC-71DF-4C87-BE9B-9DC6AFFB6B64}" srcOrd="0" destOrd="0" presId="urn:microsoft.com/office/officeart/2008/layout/CircleAccentTimeline"/>
    <dgm:cxn modelId="{4D40FBC1-B832-4997-9C62-596C243EF46C}" type="presOf" srcId="{6CE816FD-4382-4C08-9E0E-2C140EDA41E9}" destId="{B943FA45-307C-4DC7-91CF-666282928143}" srcOrd="0" destOrd="0" presId="urn:microsoft.com/office/officeart/2008/layout/CircleAccentTimeline"/>
    <dgm:cxn modelId="{6739FAD0-EE0C-4711-B5C7-CD17709E2E7F}" type="presOf" srcId="{59BB84FC-11B8-48D8-A805-51BEE82A314A}" destId="{0A8E64AB-ADCA-41EA-B0D0-7FC1829CFF28}" srcOrd="0" destOrd="0" presId="urn:microsoft.com/office/officeart/2008/layout/CircleAccentTimeline"/>
    <dgm:cxn modelId="{5D9766EA-DA06-4742-A91C-0EA942D97D06}" srcId="{871497BC-F145-49EB-9F5B-7307019885AB}" destId="{ED80ABA8-69BE-4B9D-AD95-D97E99B85587}" srcOrd="1" destOrd="0" parTransId="{74CA3A9F-2373-46BD-822D-F2D5024AB8A1}" sibTransId="{7EAC1263-2F80-4ADA-84C8-CF6B48BD27E6}"/>
    <dgm:cxn modelId="{784196F5-EC04-4F0E-87B7-1FBF41E86773}" srcId="{871497BC-F145-49EB-9F5B-7307019885AB}" destId="{C2D71CB1-6A42-420B-ADA5-22CFEBDDA7AE}" srcOrd="7" destOrd="0" parTransId="{BAAAB0CD-0A2F-47A3-B996-44C969E5223D}" sibTransId="{AD27BC7C-0D70-4A49-8543-A5D928C48307}"/>
    <dgm:cxn modelId="{2AB612D7-74BC-4C0E-A7A8-078A1EF50F01}" type="presParOf" srcId="{6974343B-FDBC-4557-BC57-BA89F54F347A}" destId="{B6591789-D921-4A67-9011-CF4C971EF2E4}" srcOrd="0" destOrd="0" presId="urn:microsoft.com/office/officeart/2008/layout/CircleAccentTimeline"/>
    <dgm:cxn modelId="{5B58BB34-9584-4E5E-808E-B12CC7095CC6}" type="presParOf" srcId="{B6591789-D921-4A67-9011-CF4C971EF2E4}" destId="{CA323CEF-2867-4A97-A208-E64F246FC248}" srcOrd="0" destOrd="0" presId="urn:microsoft.com/office/officeart/2008/layout/CircleAccentTimeline"/>
    <dgm:cxn modelId="{C48F9960-3F54-470E-9E9A-6BB6CDF13CBE}" type="presParOf" srcId="{B6591789-D921-4A67-9011-CF4C971EF2E4}" destId="{84B060FC-3F08-4413-AA3A-3477929A09A5}" srcOrd="1" destOrd="0" presId="urn:microsoft.com/office/officeart/2008/layout/CircleAccentTimeline"/>
    <dgm:cxn modelId="{5EC39942-0439-4CD0-9474-674ECDAD5B36}" type="presParOf" srcId="{B6591789-D921-4A67-9011-CF4C971EF2E4}" destId="{9C585B17-03EB-42AF-8586-C8989C53D051}" srcOrd="2" destOrd="0" presId="urn:microsoft.com/office/officeart/2008/layout/CircleAccentTimeline"/>
    <dgm:cxn modelId="{DEF15BFB-0460-439B-A8E5-678C6DC11878}" type="presParOf" srcId="{6974343B-FDBC-4557-BC57-BA89F54F347A}" destId="{6B076C0C-223C-43DB-B37B-43FA0277950E}" srcOrd="1" destOrd="0" presId="urn:microsoft.com/office/officeart/2008/layout/CircleAccentTimeline"/>
    <dgm:cxn modelId="{E46DE19C-EDF6-430E-967F-58785BD8AB79}" type="presParOf" srcId="{6974343B-FDBC-4557-BC57-BA89F54F347A}" destId="{9FC39FD0-C16B-49D0-93F5-7E44F8033397}" srcOrd="2" destOrd="0" presId="urn:microsoft.com/office/officeart/2008/layout/CircleAccentTimeline"/>
    <dgm:cxn modelId="{16F1EA93-0198-4B2D-8932-0C852DBA9CF9}" type="presParOf" srcId="{6974343B-FDBC-4557-BC57-BA89F54F347A}" destId="{02443D5D-DFE4-4AAB-B145-2CC072794D55}" srcOrd="3" destOrd="0" presId="urn:microsoft.com/office/officeart/2008/layout/CircleAccentTimeline"/>
    <dgm:cxn modelId="{F3751B1C-1007-41DF-81D8-D5B661D32084}" type="presParOf" srcId="{02443D5D-DFE4-4AAB-B145-2CC072794D55}" destId="{13F93424-1D99-4F5C-82E7-D48DB897160A}" srcOrd="0" destOrd="0" presId="urn:microsoft.com/office/officeart/2008/layout/CircleAccentTimeline"/>
    <dgm:cxn modelId="{7E1798AD-888E-4ABE-9976-3CB9F15E1C8D}" type="presParOf" srcId="{02443D5D-DFE4-4AAB-B145-2CC072794D55}" destId="{D9BF05CC-71DF-4C87-BE9B-9DC6AFFB6B64}" srcOrd="1" destOrd="0" presId="urn:microsoft.com/office/officeart/2008/layout/CircleAccentTimeline"/>
    <dgm:cxn modelId="{A38735F0-8369-484A-B3F0-9B5EBAEE2FD1}" type="presParOf" srcId="{02443D5D-DFE4-4AAB-B145-2CC072794D55}" destId="{459C7652-A837-4C63-A0C3-8D1DE64A691F}" srcOrd="2" destOrd="0" presId="urn:microsoft.com/office/officeart/2008/layout/CircleAccentTimeline"/>
    <dgm:cxn modelId="{9409CC62-93BC-434C-9BA8-F73CF5DB82D8}" type="presParOf" srcId="{6974343B-FDBC-4557-BC57-BA89F54F347A}" destId="{64E51FE9-C3E1-46AC-8E22-96DEC10DFB70}" srcOrd="4" destOrd="0" presId="urn:microsoft.com/office/officeart/2008/layout/CircleAccentTimeline"/>
    <dgm:cxn modelId="{D7224E35-724B-4F59-9637-8F3107FCF352}" type="presParOf" srcId="{6974343B-FDBC-4557-BC57-BA89F54F347A}" destId="{1CB85E87-9F16-4FCB-93A6-1C5C431DA5EC}" srcOrd="5" destOrd="0" presId="urn:microsoft.com/office/officeart/2008/layout/CircleAccentTimeline"/>
    <dgm:cxn modelId="{069792BD-E91F-4AD5-9B01-882DF32BFF41}" type="presParOf" srcId="{6974343B-FDBC-4557-BC57-BA89F54F347A}" destId="{7DF7DD0C-BBDF-4BD1-AC77-1BB48538DCD9}" srcOrd="6" destOrd="0" presId="urn:microsoft.com/office/officeart/2008/layout/CircleAccentTimeline"/>
    <dgm:cxn modelId="{9D25C444-1C72-4C77-A753-06F8EA2A65A9}" type="presParOf" srcId="{7DF7DD0C-BBDF-4BD1-AC77-1BB48538DCD9}" destId="{06F819D5-8DCB-41F8-ACEE-326CF12DD3AE}" srcOrd="0" destOrd="0" presId="urn:microsoft.com/office/officeart/2008/layout/CircleAccentTimeline"/>
    <dgm:cxn modelId="{6FDDCC3F-3777-4F80-964C-8706C3163DF3}" type="presParOf" srcId="{7DF7DD0C-BBDF-4BD1-AC77-1BB48538DCD9}" destId="{B943FA45-307C-4DC7-91CF-666282928143}" srcOrd="1" destOrd="0" presId="urn:microsoft.com/office/officeart/2008/layout/CircleAccentTimeline"/>
    <dgm:cxn modelId="{368A6CA4-0CD7-4DCF-BA23-2ED3C34DDE2D}" type="presParOf" srcId="{7DF7DD0C-BBDF-4BD1-AC77-1BB48538DCD9}" destId="{98B1C573-B006-4BE1-9DAB-1EF78D2C1841}" srcOrd="2" destOrd="0" presId="urn:microsoft.com/office/officeart/2008/layout/CircleAccentTimeline"/>
    <dgm:cxn modelId="{470DAAF2-77B8-4776-8E57-3B83AD6C9D01}" type="presParOf" srcId="{6974343B-FDBC-4557-BC57-BA89F54F347A}" destId="{910B20BB-8EFF-48A4-A129-0F1312E320E8}" srcOrd="7" destOrd="0" presId="urn:microsoft.com/office/officeart/2008/layout/CircleAccentTimeline"/>
    <dgm:cxn modelId="{8C06C21F-3B64-495A-977C-123A9BFDDF66}" type="presParOf" srcId="{6974343B-FDBC-4557-BC57-BA89F54F347A}" destId="{56A71F93-5B9E-409E-9B23-C5385A959C13}" srcOrd="8" destOrd="0" presId="urn:microsoft.com/office/officeart/2008/layout/CircleAccentTimeline"/>
    <dgm:cxn modelId="{FDF317B6-D454-4AC4-BE23-D450C4DF1A68}" type="presParOf" srcId="{6974343B-FDBC-4557-BC57-BA89F54F347A}" destId="{4A8798E6-087A-4D76-B7D9-5EC705B9793A}" srcOrd="9" destOrd="0" presId="urn:microsoft.com/office/officeart/2008/layout/CircleAccentTimeline"/>
    <dgm:cxn modelId="{174E999F-5713-456A-92B1-1E1E9C2311E9}" type="presParOf" srcId="{4A8798E6-087A-4D76-B7D9-5EC705B9793A}" destId="{E0CDE025-7877-4B85-B70E-7917DF3158E7}" srcOrd="0" destOrd="0" presId="urn:microsoft.com/office/officeart/2008/layout/CircleAccentTimeline"/>
    <dgm:cxn modelId="{3BDF1B7A-B36A-490F-83B5-B066F1CF5470}" type="presParOf" srcId="{4A8798E6-087A-4D76-B7D9-5EC705B9793A}" destId="{0A8E64AB-ADCA-41EA-B0D0-7FC1829CFF28}" srcOrd="1" destOrd="0" presId="urn:microsoft.com/office/officeart/2008/layout/CircleAccentTimeline"/>
    <dgm:cxn modelId="{127F4A4C-0904-4FD9-A750-EB5FFB1D6CBA}" type="presParOf" srcId="{4A8798E6-087A-4D76-B7D9-5EC705B9793A}" destId="{C7F55845-AB43-45D0-A6AA-82AEF0A91AFA}" srcOrd="2" destOrd="0" presId="urn:microsoft.com/office/officeart/2008/layout/CircleAccentTimeline"/>
    <dgm:cxn modelId="{5674C0E5-F2D8-4E7F-9F9E-A086D8FFF398}" type="presParOf" srcId="{6974343B-FDBC-4557-BC57-BA89F54F347A}" destId="{A7F3F8B6-F3CA-4684-AC9B-DBF3B4B96B7C}" srcOrd="10" destOrd="0" presId="urn:microsoft.com/office/officeart/2008/layout/CircleAccentTimeline"/>
    <dgm:cxn modelId="{AAC83056-5DB9-48A6-B312-9EA6EEAC3C0F}" type="presParOf" srcId="{6974343B-FDBC-4557-BC57-BA89F54F347A}" destId="{F98466D8-C572-463F-AE25-8EA17B8DC8EA}" srcOrd="11" destOrd="0" presId="urn:microsoft.com/office/officeart/2008/layout/CircleAccentTimeline"/>
    <dgm:cxn modelId="{BF55904B-15A5-4CCC-8216-867566E1BA5C}" type="presParOf" srcId="{6974343B-FDBC-4557-BC57-BA89F54F347A}" destId="{88D5BF17-D66D-49ED-8C28-57FA05012B14}" srcOrd="12" destOrd="0" presId="urn:microsoft.com/office/officeart/2008/layout/CircleAccentTimeline"/>
    <dgm:cxn modelId="{5B8C3C4A-95D2-4B24-9744-E16AC1C61D65}" type="presParOf" srcId="{88D5BF17-D66D-49ED-8C28-57FA05012B14}" destId="{D7513DC6-0802-415A-97DD-5D70781C2C0F}" srcOrd="0" destOrd="0" presId="urn:microsoft.com/office/officeart/2008/layout/CircleAccentTimeline"/>
    <dgm:cxn modelId="{B3A95200-56BB-4C26-99DD-9CE20DE2090B}" type="presParOf" srcId="{88D5BF17-D66D-49ED-8C28-57FA05012B14}" destId="{F1744459-1DF8-41B4-B7B6-15FB2EE28862}" srcOrd="1" destOrd="0" presId="urn:microsoft.com/office/officeart/2008/layout/CircleAccentTimeline"/>
    <dgm:cxn modelId="{7C6C5832-562B-4AE4-AEF4-412279C676FF}" type="presParOf" srcId="{88D5BF17-D66D-49ED-8C28-57FA05012B14}" destId="{B0E78388-AAE4-4EE1-8D06-A6DC295D458C}" srcOrd="2" destOrd="0" presId="urn:microsoft.com/office/officeart/2008/layout/CircleAccentTimeline"/>
    <dgm:cxn modelId="{6E919F14-22AB-4859-BB0D-07C2931A9C28}" type="presParOf" srcId="{6974343B-FDBC-4557-BC57-BA89F54F347A}" destId="{4C4F3C51-C2C2-437F-A66A-89F36736127B}" srcOrd="13" destOrd="0" presId="urn:microsoft.com/office/officeart/2008/layout/CircleAccentTimeline"/>
    <dgm:cxn modelId="{37CAAAC9-4619-4E8B-B7D2-86FC72023C3D}" type="presParOf" srcId="{6974343B-FDBC-4557-BC57-BA89F54F347A}" destId="{33D2AEEF-6F9E-477D-8E2D-D9609A4E43AC}" srcOrd="14" destOrd="0" presId="urn:microsoft.com/office/officeart/2008/layout/CircleAccentTimeline"/>
    <dgm:cxn modelId="{B34A0D66-04AE-4786-BCE9-7AC9B19B5468}" type="presParOf" srcId="{6974343B-FDBC-4557-BC57-BA89F54F347A}" destId="{EB86DB79-9DE5-4122-B607-907638446C65}" srcOrd="15" destOrd="0" presId="urn:microsoft.com/office/officeart/2008/layout/CircleAccentTimeline"/>
    <dgm:cxn modelId="{2D4FB72F-E845-4A04-9A45-B887F896752E}" type="presParOf" srcId="{EB86DB79-9DE5-4122-B607-907638446C65}" destId="{AA3C4334-37FE-43DA-A933-7F4964E08ED9}" srcOrd="0" destOrd="0" presId="urn:microsoft.com/office/officeart/2008/layout/CircleAccentTimeline"/>
    <dgm:cxn modelId="{C65C6F07-4185-451E-81B1-9B1BCE2EF6E5}" type="presParOf" srcId="{EB86DB79-9DE5-4122-B607-907638446C65}" destId="{5F7ABBFC-3976-4B0A-832D-6A2BECC5A6CE}" srcOrd="1" destOrd="0" presId="urn:microsoft.com/office/officeart/2008/layout/CircleAccentTimeline"/>
    <dgm:cxn modelId="{1C9F11FA-04D2-4B51-A1D7-8A3DF6589FE5}" type="presParOf" srcId="{EB86DB79-9DE5-4122-B607-907638446C65}" destId="{6B61EA84-F7F5-41D6-8E3C-79DB0A1B8016}" srcOrd="2" destOrd="0" presId="urn:microsoft.com/office/officeart/2008/layout/CircleAccentTimeline"/>
    <dgm:cxn modelId="{BD593CFC-58DE-42B2-A68B-5774C4EEF70F}" type="presParOf" srcId="{6974343B-FDBC-4557-BC57-BA89F54F347A}" destId="{94269C32-6BD6-4B44-AAE3-8F7BFD029A56}" srcOrd="16" destOrd="0" presId="urn:microsoft.com/office/officeart/2008/layout/CircleAccentTimeline"/>
    <dgm:cxn modelId="{757B814B-56AE-4EC0-9261-4018DD24AF96}" type="presParOf" srcId="{6974343B-FDBC-4557-BC57-BA89F54F347A}" destId="{2773DF07-7282-42C6-AF8B-1028B4ABA8FF}" srcOrd="17" destOrd="0" presId="urn:microsoft.com/office/officeart/2008/layout/CircleAccentTimeline"/>
    <dgm:cxn modelId="{729082AA-4A82-475C-93FB-431B9488D923}" type="presParOf" srcId="{6974343B-FDBC-4557-BC57-BA89F54F347A}" destId="{18EFD2CF-799B-4D61-9BD1-241CBED6AE18}" srcOrd="18" destOrd="0" presId="urn:microsoft.com/office/officeart/2008/layout/CircleAccentTimeline"/>
    <dgm:cxn modelId="{A0E53983-56EA-4BDF-9336-D0811C4DBD15}" type="presParOf" srcId="{18EFD2CF-799B-4D61-9BD1-241CBED6AE18}" destId="{F125C93F-FC84-4D2C-B5FD-4FDD6E1F53AD}" srcOrd="0" destOrd="0" presId="urn:microsoft.com/office/officeart/2008/layout/CircleAccentTimeline"/>
    <dgm:cxn modelId="{EE34E695-0A56-4C7D-96D5-7F57C7A72FD6}" type="presParOf" srcId="{18EFD2CF-799B-4D61-9BD1-241CBED6AE18}" destId="{69827A31-AE17-46DB-85A0-E9A4B8870FAE}" srcOrd="1" destOrd="0" presId="urn:microsoft.com/office/officeart/2008/layout/CircleAccentTimeline"/>
    <dgm:cxn modelId="{881A3807-6385-4C59-84A3-EC9507C86EE6}" type="presParOf" srcId="{18EFD2CF-799B-4D61-9BD1-241CBED6AE18}" destId="{26207285-3B9E-47BD-93ED-86C56A0B8DFB}" srcOrd="2" destOrd="0" presId="urn:microsoft.com/office/officeart/2008/layout/CircleAccentTimeline"/>
    <dgm:cxn modelId="{20D50669-4BD5-45D0-A308-49180D7F0F37}" type="presParOf" srcId="{6974343B-FDBC-4557-BC57-BA89F54F347A}" destId="{3CA75C9A-DFAC-4E64-98F6-27A9A3259978}" srcOrd="19" destOrd="0" presId="urn:microsoft.com/office/officeart/2008/layout/CircleAccentTimeline"/>
    <dgm:cxn modelId="{98DD36FA-4D38-476B-893E-7F2AB1DDF663}" type="presParOf" srcId="{6974343B-FDBC-4557-BC57-BA89F54F347A}" destId="{D400D1DB-1E61-4092-922B-57BA9844B1CC}" srcOrd="20" destOrd="0" presId="urn:microsoft.com/office/officeart/2008/layout/CircleAccentTimeline"/>
    <dgm:cxn modelId="{FD12A2FC-4F4B-40FA-9F92-E985A693475D}" type="presParOf" srcId="{6974343B-FDBC-4557-BC57-BA89F54F347A}" destId="{A7C2F6E6-FE6B-4413-B835-AB3267EED1F6}" srcOrd="21" destOrd="0" presId="urn:microsoft.com/office/officeart/2008/layout/CircleAccentTimeline"/>
    <dgm:cxn modelId="{B5B46D1B-8DFF-44FB-8CDA-B2AA8C06DFF3}" type="presParOf" srcId="{A7C2F6E6-FE6B-4413-B835-AB3267EED1F6}" destId="{AE31CBAD-FF11-4463-85C7-B9ED2032B2C4}" srcOrd="0" destOrd="0" presId="urn:microsoft.com/office/officeart/2008/layout/CircleAccentTimeline"/>
    <dgm:cxn modelId="{3A78C71F-0CFA-4372-9B93-664EC109B928}" type="presParOf" srcId="{A7C2F6E6-FE6B-4413-B835-AB3267EED1F6}" destId="{B1F47745-7C6C-4EA4-83A8-388ED1CC90E6}" srcOrd="1" destOrd="0" presId="urn:microsoft.com/office/officeart/2008/layout/CircleAccentTimeline"/>
    <dgm:cxn modelId="{0557F437-6DF7-4AF2-91B4-3D9BC8D0CFCC}" type="presParOf" srcId="{A7C2F6E6-FE6B-4413-B835-AB3267EED1F6}" destId="{08876EFD-166E-4499-AFBA-A67F638F52CD}" srcOrd="2" destOrd="0" presId="urn:microsoft.com/office/officeart/2008/layout/CircleAccentTimeline"/>
    <dgm:cxn modelId="{0649326F-2421-48F4-9903-6B759BBFFDB4}" type="presParOf" srcId="{6974343B-FDBC-4557-BC57-BA89F54F347A}" destId="{D516BA8E-0D77-407F-BAD9-0626B483EE43}" srcOrd="22" destOrd="0" presId="urn:microsoft.com/office/officeart/2008/layout/CircleAccentTimeline"/>
    <dgm:cxn modelId="{6FCE5F13-BFD9-4B37-A794-C0C25419F35C}" type="presParOf" srcId="{6974343B-FDBC-4557-BC57-BA89F54F347A}" destId="{7F2C0C5B-4510-47F2-9FEF-E5E47189D7B2}" srcOrd="23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CE730-28E9-4E71-A5E0-BFAB0D265A17}">
      <dsp:nvSpPr>
        <dsp:cNvPr id="0" name=""/>
        <dsp:cNvSpPr/>
      </dsp:nvSpPr>
      <dsp:spPr>
        <a:xfrm>
          <a:off x="5850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8C4A8-AA31-4DFC-8215-84DAFC3CDDE7}">
      <dsp:nvSpPr>
        <dsp:cNvPr id="0" name=""/>
        <dsp:cNvSpPr/>
      </dsp:nvSpPr>
      <dsp:spPr>
        <a:xfrm rot="17700000">
          <a:off x="434017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Input (150 tokens)</a:t>
          </a:r>
          <a:br>
            <a:rPr lang="en-GB" sz="1100" kern="1200" dirty="0"/>
          </a:br>
          <a:r>
            <a:rPr lang="en-GB" sz="1100" kern="1200" dirty="0"/>
            <a:t>      </a:t>
          </a:r>
        </a:p>
      </dsp:txBody>
      <dsp:txXfrm>
        <a:off x="434017" y="807138"/>
        <a:ext cx="1510577" cy="727981"/>
      </dsp:txXfrm>
    </dsp:sp>
    <dsp:sp modelId="{6C690416-A8C1-4585-B8DA-5373F01088E2}">
      <dsp:nvSpPr>
        <dsp:cNvPr id="0" name=""/>
        <dsp:cNvSpPr/>
      </dsp:nvSpPr>
      <dsp:spPr>
        <a:xfrm>
          <a:off x="1312636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F3E47-33AC-4F40-8557-BCBE52FFC95F}">
      <dsp:nvSpPr>
        <dsp:cNvPr id="0" name=""/>
        <dsp:cNvSpPr/>
      </dsp:nvSpPr>
      <dsp:spPr>
        <a:xfrm rot="17700000">
          <a:off x="1740803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Embedding (20,000 × 128)</a:t>
          </a:r>
          <a:br>
            <a:rPr lang="en-GB" sz="1100" kern="1200" dirty="0"/>
          </a:br>
          <a:endParaRPr lang="en-GB" sz="1100" kern="1200" dirty="0"/>
        </a:p>
      </dsp:txBody>
      <dsp:txXfrm>
        <a:off x="1740803" y="807138"/>
        <a:ext cx="1510577" cy="727981"/>
      </dsp:txXfrm>
    </dsp:sp>
    <dsp:sp modelId="{D960D30B-D7EF-4AE3-9856-F0488CB8497C}">
      <dsp:nvSpPr>
        <dsp:cNvPr id="0" name=""/>
        <dsp:cNvSpPr/>
      </dsp:nvSpPr>
      <dsp:spPr>
        <a:xfrm>
          <a:off x="2619422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CFFB4-95FC-465E-B666-457165DAE44B}">
      <dsp:nvSpPr>
        <dsp:cNvPr id="0" name=""/>
        <dsp:cNvSpPr/>
      </dsp:nvSpPr>
      <dsp:spPr>
        <a:xfrm rot="17700000">
          <a:off x="3047590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SpatialDropout1D (0.3)</a:t>
          </a:r>
          <a:br>
            <a:rPr lang="en-GB" sz="1100" kern="1200" dirty="0"/>
          </a:br>
          <a:endParaRPr lang="en-GB" sz="1100" kern="1200" dirty="0"/>
        </a:p>
      </dsp:txBody>
      <dsp:txXfrm>
        <a:off x="3047590" y="807138"/>
        <a:ext cx="1510577" cy="727981"/>
      </dsp:txXfrm>
    </dsp:sp>
    <dsp:sp modelId="{8B9DF2CB-3169-4711-A6B4-AF15BAF6870E}">
      <dsp:nvSpPr>
        <dsp:cNvPr id="0" name=""/>
        <dsp:cNvSpPr/>
      </dsp:nvSpPr>
      <dsp:spPr>
        <a:xfrm>
          <a:off x="3926209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C89C3-E439-426E-A0C5-C39A7B843087}">
      <dsp:nvSpPr>
        <dsp:cNvPr id="0" name=""/>
        <dsp:cNvSpPr/>
      </dsp:nvSpPr>
      <dsp:spPr>
        <a:xfrm rot="17700000">
          <a:off x="4354376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Conv1D (128 filters, kernel size 5)</a:t>
          </a:r>
          <a:br>
            <a:rPr lang="en-GB" sz="1100" kern="1200" dirty="0"/>
          </a:br>
          <a:endParaRPr lang="en-GB" sz="1100" kern="1200" dirty="0"/>
        </a:p>
      </dsp:txBody>
      <dsp:txXfrm>
        <a:off x="4354376" y="807138"/>
        <a:ext cx="1510577" cy="727981"/>
      </dsp:txXfrm>
    </dsp:sp>
    <dsp:sp modelId="{AF6530E8-8778-41C6-BF95-E889A64A9F6B}">
      <dsp:nvSpPr>
        <dsp:cNvPr id="0" name=""/>
        <dsp:cNvSpPr/>
      </dsp:nvSpPr>
      <dsp:spPr>
        <a:xfrm>
          <a:off x="5232995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AB58F-DCEE-410E-89B6-EF43CB5A76E6}">
      <dsp:nvSpPr>
        <dsp:cNvPr id="0" name=""/>
        <dsp:cNvSpPr/>
      </dsp:nvSpPr>
      <dsp:spPr>
        <a:xfrm rot="17700000">
          <a:off x="5661162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GlobalMaxPooling1D</a:t>
          </a:r>
          <a:br>
            <a:rPr lang="en-GB" sz="1100" kern="1200" dirty="0"/>
          </a:br>
          <a:endParaRPr lang="en-GB" sz="1100" kern="1200" dirty="0"/>
        </a:p>
      </dsp:txBody>
      <dsp:txXfrm>
        <a:off x="5661162" y="807138"/>
        <a:ext cx="1510577" cy="727981"/>
      </dsp:txXfrm>
    </dsp:sp>
    <dsp:sp modelId="{C0D980DB-8A7F-4533-BD7F-6B5E0AE5CEB2}">
      <dsp:nvSpPr>
        <dsp:cNvPr id="0" name=""/>
        <dsp:cNvSpPr/>
      </dsp:nvSpPr>
      <dsp:spPr>
        <a:xfrm>
          <a:off x="6539781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85F5A-4E8C-4AB5-B363-A38473566DF8}">
      <dsp:nvSpPr>
        <dsp:cNvPr id="0" name=""/>
        <dsp:cNvSpPr/>
      </dsp:nvSpPr>
      <dsp:spPr>
        <a:xfrm rot="17700000">
          <a:off x="6967948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Dense (128, </a:t>
          </a:r>
          <a:r>
            <a:rPr lang="en-GB" sz="1100" kern="1200" dirty="0" err="1"/>
            <a:t>ReLU</a:t>
          </a:r>
          <a:r>
            <a:rPr lang="en-GB" sz="1100" kern="1200" dirty="0"/>
            <a:t>)</a:t>
          </a:r>
          <a:br>
            <a:rPr lang="en-GB" sz="1100" kern="1200" dirty="0"/>
          </a:br>
          <a:endParaRPr lang="en-GB" sz="1100" kern="1200" dirty="0"/>
        </a:p>
      </dsp:txBody>
      <dsp:txXfrm>
        <a:off x="6967948" y="807138"/>
        <a:ext cx="1510577" cy="727981"/>
      </dsp:txXfrm>
    </dsp:sp>
    <dsp:sp modelId="{B41C2A6C-1981-4871-B61B-D4DB792E8134}">
      <dsp:nvSpPr>
        <dsp:cNvPr id="0" name=""/>
        <dsp:cNvSpPr/>
      </dsp:nvSpPr>
      <dsp:spPr>
        <a:xfrm>
          <a:off x="7846567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16E20-2870-4527-97A1-6BF2EFD48F2C}">
      <dsp:nvSpPr>
        <dsp:cNvPr id="0" name=""/>
        <dsp:cNvSpPr/>
      </dsp:nvSpPr>
      <dsp:spPr>
        <a:xfrm rot="17700000">
          <a:off x="8274734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Dropout (0.3)</a:t>
          </a:r>
          <a:br>
            <a:rPr lang="en-GB" sz="1100" kern="1200" dirty="0"/>
          </a:br>
          <a:endParaRPr lang="en-GB" sz="1100" kern="1200" dirty="0"/>
        </a:p>
      </dsp:txBody>
      <dsp:txXfrm>
        <a:off x="8274734" y="807138"/>
        <a:ext cx="1510577" cy="727981"/>
      </dsp:txXfrm>
    </dsp:sp>
    <dsp:sp modelId="{3C38E29E-1C4B-4C20-8164-46D63EE43D1A}">
      <dsp:nvSpPr>
        <dsp:cNvPr id="0" name=""/>
        <dsp:cNvSpPr/>
      </dsp:nvSpPr>
      <dsp:spPr>
        <a:xfrm>
          <a:off x="9153353" y="1797741"/>
          <a:ext cx="1215159" cy="121515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C4BEA-CF1A-403B-8BFC-D0A48A12D40D}">
      <dsp:nvSpPr>
        <dsp:cNvPr id="0" name=""/>
        <dsp:cNvSpPr/>
      </dsp:nvSpPr>
      <dsp:spPr>
        <a:xfrm rot="17700000">
          <a:off x="9581521" y="807138"/>
          <a:ext cx="1510577" cy="72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Dense </a:t>
          </a:r>
          <a:r>
            <a:rPr lang="en-GB" sz="1100" kern="1200" dirty="0"/>
            <a:t>(6, Sigmoid)</a:t>
          </a:r>
        </a:p>
      </dsp:txBody>
      <dsp:txXfrm>
        <a:off x="9581521" y="807138"/>
        <a:ext cx="1510577" cy="7279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23CEF-2867-4A97-A208-E64F246FC248}">
      <dsp:nvSpPr>
        <dsp:cNvPr id="0" name=""/>
        <dsp:cNvSpPr/>
      </dsp:nvSpPr>
      <dsp:spPr>
        <a:xfrm>
          <a:off x="5856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060FC-3F08-4413-AA3A-3477929A09A5}">
      <dsp:nvSpPr>
        <dsp:cNvPr id="0" name=""/>
        <dsp:cNvSpPr/>
      </dsp:nvSpPr>
      <dsp:spPr>
        <a:xfrm rot="17700000">
          <a:off x="433284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Input (150 tokens)</a:t>
          </a:r>
        </a:p>
      </dsp:txBody>
      <dsp:txXfrm>
        <a:off x="433284" y="833588"/>
        <a:ext cx="1507969" cy="726724"/>
      </dsp:txXfrm>
    </dsp:sp>
    <dsp:sp modelId="{13F93424-1D99-4F5C-82E7-D48DB897160A}">
      <dsp:nvSpPr>
        <dsp:cNvPr id="0" name=""/>
        <dsp:cNvSpPr/>
      </dsp:nvSpPr>
      <dsp:spPr>
        <a:xfrm>
          <a:off x="1310386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F05CC-71DF-4C87-BE9B-9DC6AFFB6B64}">
      <dsp:nvSpPr>
        <dsp:cNvPr id="0" name=""/>
        <dsp:cNvSpPr/>
      </dsp:nvSpPr>
      <dsp:spPr>
        <a:xfrm rot="17700000">
          <a:off x="1737814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Embedding (20,000 × 128)</a:t>
          </a:r>
          <a:br>
            <a:rPr lang="en-GB" sz="1100" kern="1200" dirty="0"/>
          </a:br>
          <a:endParaRPr lang="en-GB" sz="1100" kern="1200" dirty="0"/>
        </a:p>
      </dsp:txBody>
      <dsp:txXfrm>
        <a:off x="1737814" y="833588"/>
        <a:ext cx="1507969" cy="726724"/>
      </dsp:txXfrm>
    </dsp:sp>
    <dsp:sp modelId="{06F819D5-8DCB-41F8-ACEE-326CF12DD3AE}">
      <dsp:nvSpPr>
        <dsp:cNvPr id="0" name=""/>
        <dsp:cNvSpPr/>
      </dsp:nvSpPr>
      <dsp:spPr>
        <a:xfrm>
          <a:off x="2614916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3FA45-307C-4DC7-91CF-666282928143}">
      <dsp:nvSpPr>
        <dsp:cNvPr id="0" name=""/>
        <dsp:cNvSpPr/>
      </dsp:nvSpPr>
      <dsp:spPr>
        <a:xfrm rot="17700000">
          <a:off x="3042344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SpatialDropout1D (0.3)</a:t>
          </a:r>
          <a:br>
            <a:rPr lang="en-GB" sz="1100" kern="1200" dirty="0"/>
          </a:br>
          <a:endParaRPr lang="en-GB" sz="1100" kern="1200" dirty="0"/>
        </a:p>
      </dsp:txBody>
      <dsp:txXfrm>
        <a:off x="3042344" y="833588"/>
        <a:ext cx="1507969" cy="726724"/>
      </dsp:txXfrm>
    </dsp:sp>
    <dsp:sp modelId="{E0CDE025-7877-4B85-B70E-7917DF3158E7}">
      <dsp:nvSpPr>
        <dsp:cNvPr id="0" name=""/>
        <dsp:cNvSpPr/>
      </dsp:nvSpPr>
      <dsp:spPr>
        <a:xfrm>
          <a:off x="3919445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64AB-ADCA-41EA-B0D0-7FC1829CFF28}">
      <dsp:nvSpPr>
        <dsp:cNvPr id="0" name=""/>
        <dsp:cNvSpPr/>
      </dsp:nvSpPr>
      <dsp:spPr>
        <a:xfrm rot="17700000">
          <a:off x="4346873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Bidirectional LSTM (64 units)</a:t>
          </a:r>
          <a:br>
            <a:rPr lang="en-GB" sz="1100" kern="1200" dirty="0"/>
          </a:br>
          <a:endParaRPr lang="en-GB" sz="1100" kern="1200" dirty="0"/>
        </a:p>
      </dsp:txBody>
      <dsp:txXfrm>
        <a:off x="4346873" y="833588"/>
        <a:ext cx="1507969" cy="726724"/>
      </dsp:txXfrm>
    </dsp:sp>
    <dsp:sp modelId="{D7513DC6-0802-415A-97DD-5D70781C2C0F}">
      <dsp:nvSpPr>
        <dsp:cNvPr id="0" name=""/>
        <dsp:cNvSpPr/>
      </dsp:nvSpPr>
      <dsp:spPr>
        <a:xfrm>
          <a:off x="5223975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44459-1DF8-41B4-B7B6-15FB2EE28862}">
      <dsp:nvSpPr>
        <dsp:cNvPr id="0" name=""/>
        <dsp:cNvSpPr/>
      </dsp:nvSpPr>
      <dsp:spPr>
        <a:xfrm rot="17700000">
          <a:off x="5651403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GlobalMaxPooling1D</a:t>
          </a:r>
          <a:br>
            <a:rPr lang="en-GB" sz="1100" kern="1200" dirty="0"/>
          </a:br>
          <a:endParaRPr lang="en-GB" sz="1100" kern="1200" dirty="0"/>
        </a:p>
      </dsp:txBody>
      <dsp:txXfrm>
        <a:off x="5651403" y="833588"/>
        <a:ext cx="1507969" cy="726724"/>
      </dsp:txXfrm>
    </dsp:sp>
    <dsp:sp modelId="{AA3C4334-37FE-43DA-A933-7F4964E08ED9}">
      <dsp:nvSpPr>
        <dsp:cNvPr id="0" name=""/>
        <dsp:cNvSpPr/>
      </dsp:nvSpPr>
      <dsp:spPr>
        <a:xfrm>
          <a:off x="6528505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ABBFC-3976-4B0A-832D-6A2BECC5A6CE}">
      <dsp:nvSpPr>
        <dsp:cNvPr id="0" name=""/>
        <dsp:cNvSpPr/>
      </dsp:nvSpPr>
      <dsp:spPr>
        <a:xfrm rot="17700000">
          <a:off x="6955933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Dense (128, </a:t>
          </a:r>
          <a:r>
            <a:rPr lang="en-GB" sz="1100" kern="1200" dirty="0" err="1"/>
            <a:t>ReLU</a:t>
          </a:r>
          <a:r>
            <a:rPr lang="en-GB" sz="1100" kern="1200" dirty="0"/>
            <a:t>)</a:t>
          </a:r>
          <a:br>
            <a:rPr lang="en-GB" sz="1100" kern="1200" dirty="0"/>
          </a:br>
          <a:endParaRPr lang="en-GB" sz="1100" kern="1200" dirty="0"/>
        </a:p>
      </dsp:txBody>
      <dsp:txXfrm>
        <a:off x="6955933" y="833588"/>
        <a:ext cx="1507969" cy="726724"/>
      </dsp:txXfrm>
    </dsp:sp>
    <dsp:sp modelId="{F125C93F-FC84-4D2C-B5FD-4FDD6E1F53AD}">
      <dsp:nvSpPr>
        <dsp:cNvPr id="0" name=""/>
        <dsp:cNvSpPr/>
      </dsp:nvSpPr>
      <dsp:spPr>
        <a:xfrm>
          <a:off x="7833035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27A31-AE17-46DB-85A0-E9A4B8870FAE}">
      <dsp:nvSpPr>
        <dsp:cNvPr id="0" name=""/>
        <dsp:cNvSpPr/>
      </dsp:nvSpPr>
      <dsp:spPr>
        <a:xfrm rot="17700000">
          <a:off x="8260462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Dropout (0.3)</a:t>
          </a:r>
          <a:br>
            <a:rPr lang="en-GB" sz="1100" kern="1200" dirty="0"/>
          </a:br>
          <a:endParaRPr lang="en-GB" sz="1100" kern="1200" dirty="0"/>
        </a:p>
      </dsp:txBody>
      <dsp:txXfrm>
        <a:off x="8260462" y="833588"/>
        <a:ext cx="1507969" cy="726724"/>
      </dsp:txXfrm>
    </dsp:sp>
    <dsp:sp modelId="{AE31CBAD-FF11-4463-85C7-B9ED2032B2C4}">
      <dsp:nvSpPr>
        <dsp:cNvPr id="0" name=""/>
        <dsp:cNvSpPr/>
      </dsp:nvSpPr>
      <dsp:spPr>
        <a:xfrm>
          <a:off x="9137564" y="1822480"/>
          <a:ext cx="1213060" cy="1213060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47745-7C6C-4EA4-83A8-388ED1CC90E6}">
      <dsp:nvSpPr>
        <dsp:cNvPr id="0" name=""/>
        <dsp:cNvSpPr/>
      </dsp:nvSpPr>
      <dsp:spPr>
        <a:xfrm rot="17700000">
          <a:off x="9564992" y="833588"/>
          <a:ext cx="1507969" cy="726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Dense (6, Sigmoid)</a:t>
          </a:r>
        </a:p>
      </dsp:txBody>
      <dsp:txXfrm>
        <a:off x="9564992" y="833588"/>
        <a:ext cx="1507969" cy="726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8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8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6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6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1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2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7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1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2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11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61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4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2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43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8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4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/>
            </a:pPr>
            <a:r>
              <a:t>Comment Toxicity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tx1"/>
                </a:solidFill>
              </a:rPr>
              <a:t>NLP Deep Learning Project using CNN and Bidirectional LSTM</a:t>
            </a:r>
          </a:p>
          <a:p>
            <a:pPr>
              <a:defRPr sz="2000"/>
            </a:pPr>
            <a:r>
              <a:rPr dirty="0">
                <a:solidFill>
                  <a:schemeClr val="tx1"/>
                </a:solidFill>
              </a:rPr>
              <a:t>Code Explanation • Model Comparison •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94454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Build a multi-label NLP system that identifies toxic characteristics in online comments.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Predict six categories: toxic, </a:t>
            </a:r>
            <a:r>
              <a:rPr dirty="0" err="1"/>
              <a:t>severe_toxic</a:t>
            </a:r>
            <a:r>
              <a:rPr dirty="0"/>
              <a:t>, obscene, threat, insult, </a:t>
            </a:r>
            <a:r>
              <a:rPr dirty="0" err="1"/>
              <a:t>identity_hate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Compare two neural architectures: CNN and Bidirectional LSTM.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Save the selected model and tokenizer for later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9801" y="2879124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Training data: 159,571 rows and 8 columns.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Test data: 153,164 rows and 2 columns.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Training columns: id, </a:t>
            </a:r>
            <a:r>
              <a:rPr dirty="0" err="1"/>
              <a:t>comment_text</a:t>
            </a:r>
            <a:r>
              <a:rPr dirty="0"/>
              <a:t>, and six binary target labels.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No missing values were found in the training columns.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After duplicate removal: training = 158,220 rows; test = 150,802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3. Libraries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each major library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256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Pandas / NumPy — data loading, cleaning and numerical operations.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Matplotlib / Seaborn — visualization and label-count plot.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re / NLTK — text cleaning and </a:t>
            </a:r>
            <a:r>
              <a:rPr dirty="0" err="1"/>
              <a:t>stopword</a:t>
            </a:r>
            <a:r>
              <a:rPr dirty="0"/>
              <a:t> processing.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TensorFlow / </a:t>
            </a:r>
            <a:r>
              <a:rPr dirty="0" err="1"/>
              <a:t>Keras</a:t>
            </a:r>
            <a:r>
              <a:rPr dirty="0"/>
              <a:t> — neural-network model construction and training.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Tokenizer / </a:t>
            </a:r>
            <a:r>
              <a:rPr dirty="0" err="1"/>
              <a:t>pad_sequences</a:t>
            </a:r>
            <a:r>
              <a:rPr dirty="0"/>
              <a:t> — convert text into fixed-length integer sequences.</a:t>
            </a:r>
          </a:p>
          <a:p>
            <a:pPr>
              <a:spcAft>
                <a:spcPts val="900"/>
              </a:spcAft>
              <a:defRPr sz="1900"/>
            </a:pPr>
            <a:r>
              <a:rPr dirty="0" err="1"/>
              <a:t>roc_auc_score</a:t>
            </a:r>
            <a:r>
              <a:rPr dirty="0"/>
              <a:t> — evaluate class-wise and mean ROC-AUC.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4. Data Loading &amp; Inspection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42091" y="2356434"/>
            <a:ext cx="6081996" cy="322058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nsolas"/>
              </a:defRPr>
            </a:pPr>
            <a:r>
              <a:rPr dirty="0" err="1"/>
              <a:t>train_df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('train.csv')</a:t>
            </a:r>
            <a:br>
              <a:rPr dirty="0"/>
            </a:br>
            <a:r>
              <a:rPr dirty="0" err="1"/>
              <a:t>test_df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('test.csv')</a:t>
            </a:r>
            <a:br>
              <a:rPr dirty="0"/>
            </a:br>
            <a:br>
              <a:rPr dirty="0"/>
            </a:br>
            <a:r>
              <a:rPr dirty="0" err="1"/>
              <a:t>train_df.head</a:t>
            </a:r>
            <a:r>
              <a:rPr dirty="0"/>
              <a:t>()</a:t>
            </a:r>
            <a:br>
              <a:rPr dirty="0"/>
            </a:br>
            <a:r>
              <a:rPr dirty="0" err="1"/>
              <a:t>train_df.shape</a:t>
            </a:r>
            <a:br>
              <a:rPr dirty="0"/>
            </a:br>
            <a:r>
              <a:rPr dirty="0" err="1"/>
              <a:t>train_df.dtypes</a:t>
            </a:r>
            <a:br>
              <a:rPr dirty="0"/>
            </a:br>
            <a:r>
              <a:rPr dirty="0" err="1"/>
              <a:t>train_df.isnull</a:t>
            </a:r>
            <a:r>
              <a:rPr dirty="0"/>
              <a:t>().sum()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Purpose: load the datasets and verify shape, data types, columns and missing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5. Understanding the Target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79" y="265670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The problem is multi-label classification: one comment can have more than one positive label.</a:t>
            </a:r>
          </a:p>
          <a:p>
            <a:pPr>
              <a:spcAft>
                <a:spcPts val="900"/>
              </a:spcAft>
              <a:defRPr sz="1900"/>
            </a:pPr>
            <a:r>
              <a:t>Label counts in the source code:</a:t>
            </a:r>
          </a:p>
          <a:p>
            <a:pPr>
              <a:spcAft>
                <a:spcPts val="900"/>
              </a:spcAft>
              <a:defRPr sz="1900"/>
            </a:pPr>
            <a:r>
              <a:t>toxic = 15,294; severe_toxic = 1,595; obscene = 8,449.</a:t>
            </a:r>
          </a:p>
          <a:p>
            <a:pPr>
              <a:spcAft>
                <a:spcPts val="900"/>
              </a:spcAft>
              <a:defRPr sz="1900"/>
            </a:pPr>
            <a:r>
              <a:t>threat = 478; insult = 7,877; identity_hate = 1,405.</a:t>
            </a:r>
          </a:p>
          <a:p>
            <a:pPr>
              <a:spcAft>
                <a:spcPts val="900"/>
              </a:spcAft>
              <a:defRPr sz="1900"/>
            </a:pPr>
            <a:r>
              <a:t>Clean comments with no toxicity label = 143,346.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1441" y="3097427"/>
            <a:ext cx="3840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rPr dirty="0"/>
              <a:t>Labels</a:t>
            </a:r>
          </a:p>
          <a:p>
            <a:pPr>
              <a:defRPr sz="1700"/>
            </a:pPr>
            <a:endParaRPr dirty="0"/>
          </a:p>
          <a:p>
            <a:pPr>
              <a:defRPr sz="1700"/>
            </a:pPr>
            <a:r>
              <a:rPr dirty="0"/>
              <a:t>Toxic             15,294</a:t>
            </a:r>
          </a:p>
          <a:p>
            <a:pPr>
              <a:defRPr sz="1700"/>
            </a:pPr>
            <a:r>
              <a:rPr dirty="0"/>
              <a:t>Obscene            8,449</a:t>
            </a:r>
          </a:p>
          <a:p>
            <a:pPr>
              <a:defRPr sz="1700"/>
            </a:pPr>
            <a:r>
              <a:rPr dirty="0"/>
              <a:t>Insult             7,877</a:t>
            </a:r>
          </a:p>
          <a:p>
            <a:pPr>
              <a:defRPr sz="1700"/>
            </a:pPr>
            <a:r>
              <a:rPr dirty="0"/>
              <a:t>Severe toxic       1,595</a:t>
            </a:r>
          </a:p>
          <a:p>
            <a:pPr>
              <a:defRPr sz="1700"/>
            </a:pPr>
            <a:r>
              <a:rPr dirty="0"/>
              <a:t>Identity hate      1,405</a:t>
            </a:r>
          </a:p>
          <a:p>
            <a:pPr>
              <a:defRPr sz="1700"/>
            </a:pPr>
            <a:r>
              <a:rPr dirty="0"/>
              <a:t>Threat               478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6. Text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17378" y="2397623"/>
            <a:ext cx="4656850" cy="29404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nsolas"/>
              </a:defRPr>
            </a:pPr>
            <a:r>
              <a:rPr dirty="0"/>
              <a:t>def clean(text):</a:t>
            </a:r>
            <a:br>
              <a:rPr dirty="0"/>
            </a:br>
            <a:r>
              <a:rPr dirty="0"/>
              <a:t>    text = str(text).lower()</a:t>
            </a:r>
            <a:br>
              <a:rPr dirty="0"/>
            </a:br>
            <a:r>
              <a:rPr dirty="0"/>
              <a:t>    text = </a:t>
            </a:r>
            <a:r>
              <a:rPr dirty="0" err="1"/>
              <a:t>re.sub</a:t>
            </a:r>
            <a:r>
              <a:rPr dirty="0"/>
              <a:t>(</a:t>
            </a:r>
            <a:r>
              <a:rPr dirty="0" err="1"/>
              <a:t>r'http</a:t>
            </a:r>
            <a:r>
              <a:rPr dirty="0"/>
              <a:t>\S+', '', text)</a:t>
            </a:r>
            <a:br>
              <a:rPr dirty="0"/>
            </a:br>
            <a:r>
              <a:rPr dirty="0"/>
              <a:t>    text = </a:t>
            </a:r>
            <a:r>
              <a:rPr dirty="0" err="1"/>
              <a:t>re.sub</a:t>
            </a:r>
            <a:r>
              <a:rPr dirty="0"/>
              <a:t>(r'[^a-z\s]', '', text)</a:t>
            </a:r>
            <a:br>
              <a:rPr dirty="0"/>
            </a:br>
            <a:r>
              <a:rPr dirty="0"/>
              <a:t>    text = </a:t>
            </a:r>
            <a:r>
              <a:rPr dirty="0" err="1"/>
              <a:t>re.sub</a:t>
            </a:r>
            <a:r>
              <a:rPr dirty="0"/>
              <a:t>(r'\s+', ' ', text).strip()</a:t>
            </a:r>
            <a:br>
              <a:rPr dirty="0"/>
            </a:br>
            <a:r>
              <a:rPr dirty="0"/>
              <a:t>    return text</a:t>
            </a:r>
            <a:br>
              <a:rPr dirty="0"/>
            </a:br>
            <a:br>
              <a:rPr dirty="0"/>
            </a:br>
            <a:r>
              <a:rPr dirty="0" err="1"/>
              <a:t>train_df</a:t>
            </a:r>
            <a:r>
              <a:rPr dirty="0"/>
              <a:t>['</a:t>
            </a:r>
            <a:r>
              <a:rPr dirty="0" err="1"/>
              <a:t>comment_text</a:t>
            </a:r>
            <a:r>
              <a:rPr dirty="0"/>
              <a:t>'] = </a:t>
            </a:r>
            <a:r>
              <a:rPr dirty="0" err="1"/>
              <a:t>train_df</a:t>
            </a:r>
            <a:r>
              <a:rPr dirty="0"/>
              <a:t>['</a:t>
            </a:r>
            <a:r>
              <a:rPr dirty="0" err="1"/>
              <a:t>comment_text</a:t>
            </a:r>
            <a:r>
              <a:rPr dirty="0"/>
              <a:t>'].apply(clean)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Lowercase text → consistent representation.</a:t>
            </a:r>
          </a:p>
          <a:p>
            <a:pPr>
              <a:spcAft>
                <a:spcPts val="900"/>
              </a:spcAft>
              <a:defRPr sz="1300"/>
            </a:pPr>
            <a:r>
              <a:t>Remove URLs → reduce noise.</a:t>
            </a:r>
          </a:p>
          <a:p>
            <a:pPr>
              <a:spcAft>
                <a:spcPts val="900"/>
              </a:spcAft>
              <a:defRPr sz="1300"/>
            </a:pPr>
            <a:r>
              <a:t>Keep alphabetic characters and spaces → simplify text.</a:t>
            </a:r>
          </a:p>
          <a:p>
            <a:pPr>
              <a:spcAft>
                <a:spcPts val="900"/>
              </a:spcAft>
              <a:defRPr sz="1300"/>
            </a:pPr>
            <a:r>
              <a:t>Normalize whitespace → cleaner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7. Duplicate Removal &amp; Tokenization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136" y="2813221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Duplicate comments are removed to reduce repeated training examples.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Tokenizer vocabulary limit: MAX_WORDS = 20,000.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Maximum sequence length: MAX_LEN = 150.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Each comment is converted from words to integer token IDs.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Padding makes every input exactly 150 positions long.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Final </a:t>
            </a:r>
            <a:r>
              <a:rPr dirty="0" err="1"/>
              <a:t>X_train</a:t>
            </a:r>
            <a:r>
              <a:rPr dirty="0"/>
              <a:t> shape = (158,220, 150); </a:t>
            </a:r>
            <a:r>
              <a:rPr dirty="0" err="1"/>
              <a:t>X_test</a:t>
            </a:r>
            <a:r>
              <a:rPr dirty="0"/>
              <a:t> = (150,802, 150).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8. Target Preparation &amp; Train/Validation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72534" y="2438812"/>
            <a:ext cx="5777196" cy="26851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nsolas"/>
              </a:defRPr>
            </a:pPr>
            <a:r>
              <a:rPr dirty="0" err="1"/>
              <a:t>target_cols</a:t>
            </a:r>
            <a:r>
              <a:rPr dirty="0"/>
              <a:t> = [</a:t>
            </a:r>
            <a:br>
              <a:rPr dirty="0"/>
            </a:br>
            <a:r>
              <a:rPr dirty="0"/>
              <a:t>    '</a:t>
            </a:r>
            <a:r>
              <a:rPr dirty="0" err="1"/>
              <a:t>toxic','severe_toxic','obscene</a:t>
            </a:r>
            <a:r>
              <a:rPr dirty="0"/>
              <a:t>',</a:t>
            </a:r>
            <a:br>
              <a:rPr dirty="0"/>
            </a:br>
            <a:r>
              <a:rPr dirty="0"/>
              <a:t>    'threat','insult','</a:t>
            </a:r>
            <a:r>
              <a:rPr dirty="0" err="1"/>
              <a:t>identity_hate</a:t>
            </a:r>
            <a:r>
              <a:rPr dirty="0"/>
              <a:t>'</a:t>
            </a:r>
            <a:br>
              <a:rPr dirty="0"/>
            </a:br>
            <a:r>
              <a:rPr dirty="0"/>
              <a:t>]</a:t>
            </a:r>
            <a:br>
              <a:rPr dirty="0"/>
            </a:br>
            <a:br>
              <a:rPr dirty="0"/>
            </a:br>
            <a:r>
              <a:rPr dirty="0" err="1"/>
              <a:t>y_train</a:t>
            </a:r>
            <a:r>
              <a:rPr dirty="0"/>
              <a:t> = </a:t>
            </a:r>
            <a:r>
              <a:rPr dirty="0" err="1"/>
              <a:t>train_df</a:t>
            </a:r>
            <a:r>
              <a:rPr dirty="0"/>
              <a:t>[</a:t>
            </a:r>
            <a:r>
              <a:rPr dirty="0" err="1"/>
              <a:t>target_cols</a:t>
            </a:r>
            <a:r>
              <a:rPr dirty="0"/>
              <a:t>].values</a:t>
            </a:r>
            <a:br>
              <a:rPr dirty="0"/>
            </a:br>
            <a:br>
              <a:rPr dirty="0"/>
            </a:br>
            <a:r>
              <a:rPr dirty="0" err="1"/>
              <a:t>X_tr</a:t>
            </a:r>
            <a:r>
              <a:rPr dirty="0"/>
              <a:t>, </a:t>
            </a:r>
            <a:r>
              <a:rPr dirty="0" err="1"/>
              <a:t>X_val</a:t>
            </a:r>
            <a:r>
              <a:rPr dirty="0"/>
              <a:t>, </a:t>
            </a:r>
            <a:r>
              <a:rPr dirty="0" err="1"/>
              <a:t>y_tr</a:t>
            </a:r>
            <a:r>
              <a:rPr dirty="0"/>
              <a:t>, </a:t>
            </a:r>
            <a:r>
              <a:rPr dirty="0" err="1"/>
              <a:t>y_val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test_size</a:t>
            </a:r>
            <a:r>
              <a:rPr dirty="0"/>
              <a:t>=0.1, </a:t>
            </a:r>
            <a:r>
              <a:rPr dirty="0" err="1"/>
              <a:t>random_state</a:t>
            </a:r>
            <a:r>
              <a:rPr dirty="0"/>
              <a:t>=42</a:t>
            </a:r>
            <a:br>
              <a:rPr dirty="0"/>
            </a:b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Training split: 142,398 samples. Validation split: 15,822 samples. Six outputs are predicted for each comment.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9. CNN Model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8192B9B-4FD6-4E6E-8EAA-8027E01F2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100834"/>
              </p:ext>
            </p:extLst>
          </p:nvPr>
        </p:nvGraphicFramePr>
        <p:xfrm>
          <a:off x="762000" y="2084585"/>
          <a:ext cx="10991747" cy="4340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CNN learns local word-pattern features; GlobalMaxPooling keeps the strongest detected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10. LSTM Model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B07C1B2-3837-4D4C-8E07-9F34B099B0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234731"/>
              </p:ext>
            </p:extLst>
          </p:nvPr>
        </p:nvGraphicFramePr>
        <p:xfrm>
          <a:off x="762000" y="2158725"/>
          <a:ext cx="109728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Bidirectional LSTM processes sequence information in both directions, helping capture contextual relationships.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11. 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2752" y="2467233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Optimizer: Adam.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Loss: </a:t>
            </a:r>
            <a:r>
              <a:rPr dirty="0" err="1"/>
              <a:t>binary_crossentropy</a:t>
            </a:r>
            <a:r>
              <a:rPr dirty="0"/>
              <a:t> — suitable for independent binary labels in multi-label classification.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Output activation: sigmoid — produces a score for each of the six labels.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Early stopping is configured using validation accuracy.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CNN was trained for up to 5 epochs; the recorded run stopped after epoch 4.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LSTM run shows 3 completed epochs in the supplied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12. CNN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760" y="2714367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Validation loss: 0.0499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Validation accuracy: 0.9941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ROC-AUC by label: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toxic 0.9744 | </a:t>
            </a:r>
            <a:r>
              <a:rPr dirty="0" err="1"/>
              <a:t>severe_toxic</a:t>
            </a:r>
            <a:r>
              <a:rPr dirty="0"/>
              <a:t> 0.9890 | obscene 0.9877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threat 0.9485 | insult 0.9819 | </a:t>
            </a:r>
            <a:r>
              <a:rPr dirty="0" err="1"/>
              <a:t>identity_hate</a:t>
            </a:r>
            <a:r>
              <a:rPr dirty="0"/>
              <a:t> 0.9597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Mean ROC-AUC reported by the code: 0.9735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13. LSTM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760" y="2722606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Validation loss: 0.0505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Validation accuracy: 0.9940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ROC-AUC by label: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toxic 0.9762 | </a:t>
            </a:r>
            <a:r>
              <a:rPr dirty="0" err="1"/>
              <a:t>severe_toxic</a:t>
            </a:r>
            <a:r>
              <a:rPr dirty="0"/>
              <a:t> 0.9882 | obscene 0.9859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threat 0.9388 | insult 0.9809 | </a:t>
            </a:r>
            <a:r>
              <a:rPr dirty="0" err="1"/>
              <a:t>identity_hate</a:t>
            </a:r>
            <a:r>
              <a:rPr dirty="0"/>
              <a:t> 0.9622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Mean ROC-AUC reported by the code: 0.9720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14.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30843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CNN mean ROC-AUC: 0.9735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LSTM mean ROC-AUC: 0.9720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supplied code selects CNN because its mean ROC-AUC is higher in this validation run.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code's justification: CNN is suited to fast local pattern matching; LSTM is designed for sequence/context information.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Important: the reported 'Accuracy' in the class-wise comparison is actually calculated using </a:t>
            </a:r>
            <a:r>
              <a:rPr dirty="0" err="1"/>
              <a:t>roc_auc_score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15. Prediction for a New Comment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9626" y="2447050"/>
            <a:ext cx="4714515" cy="26604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nsolas"/>
              </a:defRPr>
            </a:pPr>
            <a:r>
              <a:rPr dirty="0" err="1"/>
              <a:t>test_comment</a:t>
            </a:r>
            <a:r>
              <a:rPr dirty="0"/>
              <a:t> = "You are an absolute idiot and I hate you."</a:t>
            </a:r>
            <a:br>
              <a:rPr dirty="0"/>
            </a:br>
            <a:r>
              <a:rPr dirty="0" err="1"/>
              <a:t>compare_models</a:t>
            </a:r>
            <a:r>
              <a:rPr dirty="0"/>
              <a:t>(</a:t>
            </a:r>
            <a:r>
              <a:rPr dirty="0" err="1"/>
              <a:t>test_comment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# preprocessing → tokenization → padding</a:t>
            </a:r>
            <a:br>
              <a:rPr dirty="0"/>
            </a:br>
            <a:r>
              <a:rPr dirty="0"/>
              <a:t># prediction from both CNN and LSTM</a:t>
            </a:r>
            <a:br>
              <a:rPr dirty="0"/>
            </a:br>
            <a:r>
              <a:rPr dirty="0"/>
              <a:t># return a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Example output: CNN toxic score = 0.9938; insult score = 0.8704.</a:t>
            </a:r>
          </a:p>
          <a:p>
            <a:pPr>
              <a:spcAft>
                <a:spcPts val="900"/>
              </a:spcAft>
              <a:defRPr sz="1300"/>
            </a:pPr>
            <a:r>
              <a:t>Scores are sigmoid outputs, not calibrated probabilities unless calibration is separately established.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16. Model Saving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91301" y="2487471"/>
            <a:ext cx="5357066" cy="251212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nsolas"/>
              </a:defRPr>
            </a:pPr>
            <a:r>
              <a:rPr dirty="0" err="1"/>
              <a:t>os.makedirs</a:t>
            </a:r>
            <a:r>
              <a:rPr dirty="0"/>
              <a:t>("</a:t>
            </a:r>
            <a:r>
              <a:rPr dirty="0" err="1"/>
              <a:t>toxicity_model</a:t>
            </a:r>
            <a:r>
              <a:rPr dirty="0"/>
              <a:t>", </a:t>
            </a:r>
            <a:r>
              <a:rPr dirty="0" err="1"/>
              <a:t>exist_ok</a:t>
            </a:r>
            <a:r>
              <a:rPr dirty="0"/>
              <a:t>=True)</a:t>
            </a:r>
            <a:br>
              <a:rPr dirty="0"/>
            </a:br>
            <a:br>
              <a:rPr dirty="0"/>
            </a:br>
            <a:r>
              <a:rPr dirty="0" err="1"/>
              <a:t>best_model.save</a:t>
            </a:r>
            <a:r>
              <a:rPr dirty="0"/>
              <a:t>(</a:t>
            </a:r>
            <a:br>
              <a:rPr dirty="0"/>
            </a:br>
            <a:r>
              <a:rPr dirty="0"/>
              <a:t>    "</a:t>
            </a:r>
            <a:r>
              <a:rPr dirty="0" err="1"/>
              <a:t>toxicity_model</a:t>
            </a:r>
            <a:r>
              <a:rPr dirty="0"/>
              <a:t>/best_toxicity_model.h5"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pickle.dump</a:t>
            </a:r>
            <a:r>
              <a:rPr dirty="0"/>
              <a:t>(</a:t>
            </a:r>
            <a:br>
              <a:rPr dirty="0"/>
            </a:br>
            <a:r>
              <a:rPr dirty="0"/>
              <a:t>    tokenizer,</a:t>
            </a:r>
            <a:br>
              <a:rPr dirty="0"/>
            </a:br>
            <a:r>
              <a:rPr dirty="0"/>
              <a:t>    open("</a:t>
            </a:r>
            <a:r>
              <a:rPr dirty="0" err="1"/>
              <a:t>toxicity_model</a:t>
            </a:r>
            <a:r>
              <a:rPr dirty="0"/>
              <a:t>/</a:t>
            </a:r>
            <a:r>
              <a:rPr dirty="0" err="1"/>
              <a:t>tokenizer.pkl</a:t>
            </a:r>
            <a:r>
              <a:rPr dirty="0"/>
              <a:t>", "</a:t>
            </a:r>
            <a:r>
              <a:rPr dirty="0" err="1"/>
              <a:t>wb</a:t>
            </a:r>
            <a:r>
              <a:rPr dirty="0"/>
              <a:t>")</a:t>
            </a:r>
            <a:br>
              <a:rPr dirty="0"/>
            </a:b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/>
            </a:pPr>
            <a:r>
              <a:t>Saved artifacts: best_toxicity_model.h5 and tokenizer.pkl. The source output also notes that HDF5 is a legacy Keras format.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17.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Raw comments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Data loading &amp; validation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Text cleaning + duplicate removal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Tokenizer + padding (150 tokens)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Embedding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CNN / Bidirectional LSTM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Six sigmoid outputs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↓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ROC-AUC evaluation + new-comment prediction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18.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903" y="3060357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This is a multi-label text classification problem.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pipeline converts raw comments into fixed-length numeric sequences.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Two deep-learning approaches were implemented and compared.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supplied validation run reports mean ROC-AUC of 0.9735 for CNN and 0.9720 for LSTM.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selected model is saved together with the tokenizer for reuse.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19. Viva / Interview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5660" y="277203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Why is sigmoid used instead of </a:t>
            </a:r>
            <a:r>
              <a:rPr dirty="0" err="1"/>
              <a:t>softmax</a:t>
            </a:r>
            <a:r>
              <a:rPr dirty="0"/>
              <a:t>? → Multiple labels can be true for one comment.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Why is padding required? → Neural networks need uniform input lengths within a batch.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Why use binary cross-entropy? → Each toxicity category is treated as a separate binary target.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CNN vs LSTM? → CNN focuses on local patterns; LSTM models sequence dependencies.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Why remove duplicates? → To reduce repeated examples and potential bias from duplicate text.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Why ROC-AUC? → It evaluates ranking/separation performance across thresholds.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98" y="3101546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The project demonstrates an end-to-end deep-learning workflow for comment toxicity detection.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source code successfully trains CNN and Bidirectional LSTM models.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validation results are close, with CNN reporting the higher mean ROC-AUC in the supplied run.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The final artifacts can be integrated into a </a:t>
            </a:r>
            <a:r>
              <a:rPr dirty="0" err="1"/>
              <a:t>Streamlit</a:t>
            </a:r>
            <a:r>
              <a:rPr dirty="0"/>
              <a:t> or other application for inference.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</TotalTime>
  <Words>1497</Words>
  <Application>Microsoft Office PowerPoint</Application>
  <PresentationFormat>Widescreen</PresentationFormat>
  <Paragraphs>143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Consolas</vt:lpstr>
      <vt:lpstr>Wingdings 3</vt:lpstr>
      <vt:lpstr>Ion Boardroom</vt:lpstr>
      <vt:lpstr>Comment Toxicity Detection</vt:lpstr>
      <vt:lpstr>1. Project Objective</vt:lpstr>
      <vt:lpstr>2. Dataset Overview</vt:lpstr>
      <vt:lpstr>3. Libraries Used</vt:lpstr>
      <vt:lpstr>4. Data Loading &amp; Inspection</vt:lpstr>
      <vt:lpstr>5. Understanding the Target Labels</vt:lpstr>
      <vt:lpstr>6. Text Preprocessing</vt:lpstr>
      <vt:lpstr>7. Duplicate Removal &amp; Tokenization</vt:lpstr>
      <vt:lpstr>8. Target Preparation &amp; Train/Validation Split</vt:lpstr>
      <vt:lpstr>9. CNN Model Architecture</vt:lpstr>
      <vt:lpstr>10. LSTM Model Architecture</vt:lpstr>
      <vt:lpstr>11. Training Configuration</vt:lpstr>
      <vt:lpstr>12. CNN Evaluation Results</vt:lpstr>
      <vt:lpstr>13. LSTM Evaluation Results</vt:lpstr>
      <vt:lpstr>14. Model Comparison</vt:lpstr>
      <vt:lpstr>15. Prediction for a New Comment</vt:lpstr>
      <vt:lpstr>16. Model Saving</vt:lpstr>
      <vt:lpstr>17. End-to-End Architecture</vt:lpstr>
      <vt:lpstr>18. Key Takeaways</vt:lpstr>
      <vt:lpstr>19. Viva / Interview Questions</vt:lpstr>
      <vt:lpstr>20.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Toxicity Detection</dc:title>
  <dc:subject/>
  <dc:creator>Hi...there</dc:creator>
  <cp:keywords/>
  <dc:description>generated using python-pptx</dc:description>
  <cp:lastModifiedBy>Jayaseeli S</cp:lastModifiedBy>
  <cp:revision>3</cp:revision>
  <dcterms:created xsi:type="dcterms:W3CDTF">2013-01-27T09:14:16Z</dcterms:created>
  <dcterms:modified xsi:type="dcterms:W3CDTF">2026-09-18T15:05:19Z</dcterms:modified>
  <cp:category/>
</cp:coreProperties>
</file>